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embeddedFontLst>
    <p:embeddedFont>
      <p:font typeface="华文隶书" panose="02010800040101010101" charset="-122"/>
      <p:regular r:id="rId17"/>
    </p:embeddedFont>
    <p:embeddedFont>
      <p:font typeface="MiSans" charset="-122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" d="1"/>
          <a:sy n="1" d="1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老师好，我们的测试对象是HealthAgent。本次汇报模块一测试基础实践，围绕认证、个人信息和血压记录，介绍用例设计、自动化执行，以及三个缺陷的复现和修复验证。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本次测试针对后端API，包括注册登录、资料修改、改密，以及血压记录的增删改查、用户隔离和统计。</a:t>
            </a:r>
          </a:p>
          <a:p xmlns:a="http://schemas.openxmlformats.org/drawingml/2006/main">
            <a:r>
              <a:t>我们同时检查接口返回码和操作后的业务状态。共30条用例：认证13条、个人信息7条、血压记录10条。</a:t>
            </a:r>
          </a:p>
          <a:p xmlns:a="http://schemas.openxmlformats.org/drawingml/2006/main">
            <a:r>
              <a:t>范围不包含前端、OCR、RAG和云端模型；预测只检查接口行为，不评价准确性。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我们采用等价类和场景法。</a:t>
            </a:r>
          </a:p>
          <a:p xmlns:a="http://schemas.openxmlformats.org/drawingml/2006/main">
            <a:r>
              <a:t>16条等价类用例选取合法和非法输入的代表，例如重复邮箱注册应返回409。14条场景用例验证连续操作，例如用户B读取用户A的记录应返回404。</a:t>
            </a:r>
          </a:p>
          <a:p xmlns:a="http://schemas.openxmlformats.org/drawingml/2006/main">
            <a:r>
              <a:t>共30条执行实例，其中注册参数校验的4组输入分别计数，3条缺陷专项另行统计。下面以修改密码为例说明断言思路。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以TC-019为例，使用正确旧密码提交改密请求，预期返回204。</a:t>
            </a:r>
          </a:p>
          <a:p xmlns:a="http://schemas.openxmlformats.org/drawingml/2006/main">
            <a:r>
              <a:t>随后分别用新旧密码登录：旧密码应返回401，新密码应返回200。这样既检查修改请求成功，也确认旧密码失效、新密码生效，验证完整业务过程。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我们用pytest组织测试，通过FastAPI TestClient发送请求。fixture准备隔离数据库，覆盖get_db依赖，StaticPool复用连接；执行后清理资源，减少用例之间的影响。</a:t>
            </a:r>
          </a:p>
          <a:p xmlns:a="http://schemas.openxmlformats.org/drawingml/2006/main">
            <a:r>
              <a:t>项目中的两个脚本分别运行30条功能用例和3条缺陷专项，保存日志和XML结果，失败时返回非零状态。运行前需要配置后端虚拟环境，并保持脚本与源码的目录关系。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原来的30条功能用例全部通过，7.20秒是9月12日那次执行的耗时。</a:t>
            </a:r>
          </a:p>
          <a:p xmlns:a="http://schemas.openxmlformats.org/drawingml/2006/main">
            <a:r>
              <a:t>进一步检查特殊输入后，我们复现了三个缺陷：错误长密码后缀仍可登录、必填字段传null导致500，以及等价时区查询结果不同。</a:t>
            </a:r>
          </a:p>
          <a:p xmlns:a="http://schemas.openxmlformats.org/drawingml/2006/main">
            <a:r>
              <a:t>这说明常规用例通过仍可能遗漏特殊情况。修复后的3条专项全部通过，与默认30条分别统计。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D01是长密码问题：用72个A加X注册，换成72个A加Y仍能登录。原因是原bcrypt处理方式只使用前72字节，忽略了不同的后缀。改用bcrypt_sha256后，错误后缀返回401。短旧密码保持兼容，旧长密码需要重置。</a:t>
            </a:r>
          </a:p>
          <a:p xmlns:a="http://schemas.openxmlformats.org/drawingml/2006/main">
            <a:r>
              <a:t>D02是必填空值问题：把收缩压设为null，修复前触发数据库约束并返回500。修复后在写入前拒绝非法空值，返回422，原值保留。省略字段表示不修改；显式null表示尝试清空，可空字段仍允许清空。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UTC零点和东八区早八点是同一个实际时刻，查询结果应当一致。但修复前，UTC形式查到0条，东八区形式查到1条。</a:t>
            </a:r>
          </a:p>
          <a:p xmlns:a="http://schemas.openxmlformats.org/drawingml/2006/main">
            <a:r>
              <a:t>我们通过UTCDateTime统一写入、查询参数和读取的时间处理。修复后两种查询均命中同一记录，并检查跨日偏移和更新时间。已经丢失时区偏移的历史数据，仍需另外校正。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我们先用同一组专项断言复现问题，修复前3条失败，修复后3条通过；随后运行原30条用例，也全部通过。</a:t>
            </a:r>
          </a:p>
          <a:p xmlns:a="http://schemas.openxmlformats.org/drawingml/2006/main">
            <a:r>
              <a:t>结论是选定范围内验证通过。本轮没有开展全项目回归或测量代码覆盖率，旧长密码重置和历史时区数据校正仍需单独处理。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两人的任务安排各占百分之五十。袁立沛负责后15条用例、D02、D03复现与回归，以及报告第三、第五章和缺陷清单。</a:t>
            </a:r>
          </a:p>
          <a:p xmlns:a="http://schemas.openxmlformats.org/drawingml/2006/main">
            <a:r>
              <a:t>陆京超负责前15条用例、D01、D03根因与修复方案复核，以及报告第一、第二、第四章和材料整合。</a:t>
            </a:r>
          </a:p>
          <a:p xmlns:a="http://schemas.openxmlformats.org/drawingml/2006/main">
            <a:r>
              <a:t>D03由两人共同负责，实际缺陷仍为3个，具体贡献按材料和提交记录核对。以上就是我们的汇报，谢谢老师。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21"/>
          <p:cNvSpPr>
            <a:spLocks noGrp="1"/>
          </p:cNvSpPr>
          <p:nvPr/>
        </p:nvSpPr>
        <p:spPr>
          <a:xfrm>
            <a:off x="3676650" y="828040"/>
            <a:ext cx="5335270" cy="5549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>
              <a:lnSpc>
                <a:spcPct val="120000"/>
              </a:lnSpc>
              <a:buNone/>
            </a:pPr>
            <a:r>
              <a:rPr sz="3600">
                <a:solidFill>
                  <a:srgbClr val="035393"/>
                </a:solidFill>
                <a:latin typeface="华文隶书" panose="02010800040101010101" charset="-122"/>
                <a:ea typeface="华文隶书" panose="02010800040101010101" charset="-122"/>
                <a:cs typeface="华文隶书" panose="02010800040101010101" charset="-122"/>
              </a:rPr>
              <a:t>明德·厚学·求是·创新 </a:t>
            </a:r>
            <a:endParaRPr sz="3600"/>
          </a:p>
        </p:txBody>
      </p:sp>
      <p:sp>
        <p:nvSpPr>
          <p:cNvPr id="3" name="矩形 22"/>
          <p:cNvSpPr>
            <a:spLocks noGrp="1"/>
          </p:cNvSpPr>
          <p:nvPr/>
        </p:nvSpPr>
        <p:spPr>
          <a:xfrm>
            <a:off x="0" y="1096010"/>
            <a:ext cx="3239770" cy="17780"/>
          </a:xfrm>
          <a:prstGeom prst="rect">
            <a:avLst/>
          </a:prstGeom>
          <a:solidFill>
            <a:srgbClr val="4472C4"/>
          </a:solidFill>
          <a:ln w="12700">
            <a:solidFill>
              <a:srgbClr val="2F528F"/>
            </a:solidFill>
          </a:ln>
        </p:spPr>
      </p:sp>
      <p:sp>
        <p:nvSpPr>
          <p:cNvPr id="4" name="矩形 23"/>
          <p:cNvSpPr>
            <a:spLocks noGrp="1"/>
          </p:cNvSpPr>
          <p:nvPr/>
        </p:nvSpPr>
        <p:spPr>
          <a:xfrm>
            <a:off x="8952230" y="1096010"/>
            <a:ext cx="3239770" cy="17780"/>
          </a:xfrm>
          <a:prstGeom prst="rect">
            <a:avLst/>
          </a:prstGeom>
          <a:solidFill>
            <a:srgbClr val="4472C4"/>
          </a:solidFill>
          <a:ln w="12700">
            <a:solidFill>
              <a:srgbClr val="223962"/>
            </a:solidFill>
          </a:ln>
        </p:spPr>
      </p:sp>
      <p:sp>
        <p:nvSpPr>
          <p:cNvPr id="5" name="矩形 24-shape"/>
          <p:cNvSpPr>
            <a:spLocks noGrp="1"/>
          </p:cNvSpPr>
          <p:nvPr/>
        </p:nvSpPr>
        <p:spPr>
          <a:xfrm>
            <a:off x="0" y="2070100"/>
            <a:ext cx="12192000" cy="1687830"/>
          </a:xfrm>
          <a:prstGeom prst="rect">
            <a:avLst/>
          </a:prstGeom>
          <a:solidFill>
            <a:srgbClr val="4472C4"/>
          </a:solidFill>
          <a:ln w="12700">
            <a:solidFill>
              <a:srgbClr val="4472C4"/>
            </a:solidFill>
          </a:ln>
        </p:spPr>
      </p:sp>
      <p:sp>
        <p:nvSpPr>
          <p:cNvPr id="9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0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1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6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7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8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9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2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5" name="图片 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24" name="redesign-1"/>
          <p:cNvSpPr>
            <a:spLocks noGrp="1"/>
          </p:cNvSpPr>
          <p:nvPr/>
        </p:nvSpPr>
        <p:spPr>
          <a:xfrm>
            <a:off x="857250" y="2238375"/>
            <a:ext cx="10477500" cy="13525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ctr">
              <a:defRPr sz="352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352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HealthAgent</a:t>
            </a:r>
            <a:endParaRPr sz="352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ctr">
              <a:defRPr sz="352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352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模块一测试基础实践汇报</a:t>
            </a:r>
            <a:endParaRPr sz="352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5" name="redesign-2"/>
          <p:cNvSpPr>
            <a:spLocks noGrp="1"/>
          </p:cNvSpPr>
          <p:nvPr/>
        </p:nvSpPr>
        <p:spPr>
          <a:xfrm>
            <a:off x="0" y="3810000"/>
            <a:ext cx="12192000" cy="1028700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ctr">
              <a:defRPr sz="2175" b="0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75" b="0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陆京超 M202677236    袁立沛 M202677260</a:t>
            </a:r>
            <a:endParaRPr sz="2175" b="0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ctr">
              <a:defRPr sz="2175" b="0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75" b="0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软件学院   软件测试与质量保证实践</a:t>
            </a:r>
            <a:endParaRPr sz="2175" b="0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26" name="redesign-3"/>
          <p:cNvSpPr>
            <a:spLocks noGrp="1"/>
          </p:cNvSpPr>
          <p:nvPr/>
        </p:nvSpPr>
        <p:spPr>
          <a:xfrm>
            <a:off x="3952875" y="4953000"/>
            <a:ext cx="428625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ctr">
              <a:def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2026年9月13日</a:t>
            </a:r>
            <a:endParaRPr sz="187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7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5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4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被测对象与测试范围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5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围绕接口响应、业务状态和用户隔离进行验证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6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2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31"/>
          <p:cNvSpPr>
            <a:spLocks noGrp="1"/>
          </p:cNvSpPr>
          <p:nvPr/>
        </p:nvSpPr>
        <p:spPr>
          <a:xfrm>
            <a:off x="1047750" y="1381125"/>
            <a:ext cx="666750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HealthAgent 后端 API</a:t>
            </a:r>
            <a:endParaRPr sz="277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diagram-node-32"/>
          <p:cNvSpPr>
            <a:spLocks noGrp="1"/>
          </p:cNvSpPr>
          <p:nvPr/>
        </p:nvSpPr>
        <p:spPr>
          <a:xfrm>
            <a:off x="1143000" y="2514600"/>
            <a:ext cx="2667000" cy="7239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认证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diagram-node-33"/>
          <p:cNvSpPr>
            <a:spLocks noGrp="1"/>
          </p:cNvSpPr>
          <p:nvPr/>
        </p:nvSpPr>
        <p:spPr>
          <a:xfrm>
            <a:off x="4762500" y="2514600"/>
            <a:ext cx="2667000" cy="7239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个人信息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diagram-node-34"/>
          <p:cNvSpPr>
            <a:spLocks noGrp="1"/>
          </p:cNvSpPr>
          <p:nvPr/>
        </p:nvSpPr>
        <p:spPr>
          <a:xfrm>
            <a:off x="8382000" y="2514600"/>
            <a:ext cx="2667000" cy="7239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血压记录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redesign-35"/>
          <p:cNvSpPr>
            <a:spLocks noGrp="1"/>
          </p:cNvSpPr>
          <p:nvPr/>
        </p:nvSpPr>
        <p:spPr>
          <a:xfrm>
            <a:off x="1066800" y="3333750"/>
            <a:ext cx="295275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注册 · 登录 · 令牌刷新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9" name="redesign-36"/>
          <p:cNvSpPr>
            <a:spLocks noGrp="1"/>
          </p:cNvSpPr>
          <p:nvPr/>
        </p:nvSpPr>
        <p:spPr>
          <a:xfrm>
            <a:off x="4619625" y="3333750"/>
            <a:ext cx="314325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资料读取 · 修改 · 改密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redesign-37"/>
          <p:cNvSpPr>
            <a:spLocks noGrp="1"/>
          </p:cNvSpPr>
          <p:nvPr/>
        </p:nvSpPr>
        <p:spPr>
          <a:xfrm>
            <a:off x="8239125" y="3333750"/>
            <a:ext cx="3238500" cy="476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增删改查 · 隔离 · 统计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1" name="diagram-arrow-38"/>
          <p:cNvSpPr>
            <a:spLocks noGrp="1"/>
          </p:cNvSpPr>
          <p:nvPr/>
        </p:nvSpPr>
        <p:spPr>
          <a:xfrm rot="5400000">
            <a:off x="2333625" y="3895725"/>
            <a:ext cx="361950" cy="20955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2" name="diagram-arrow-39"/>
          <p:cNvSpPr>
            <a:spLocks noGrp="1"/>
          </p:cNvSpPr>
          <p:nvPr/>
        </p:nvSpPr>
        <p:spPr>
          <a:xfrm rot="5400000">
            <a:off x="5953125" y="3895725"/>
            <a:ext cx="361950" cy="20955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3" name="diagram-arrow-40"/>
          <p:cNvSpPr>
            <a:spLocks noGrp="1"/>
          </p:cNvSpPr>
          <p:nvPr/>
        </p:nvSpPr>
        <p:spPr>
          <a:xfrm rot="5400000">
            <a:off x="9572625" y="3895725"/>
            <a:ext cx="361950" cy="20955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4" name="diagram-node-41"/>
          <p:cNvSpPr>
            <a:spLocks noGrp="1"/>
          </p:cNvSpPr>
          <p:nvPr/>
        </p:nvSpPr>
        <p:spPr>
          <a:xfrm>
            <a:off x="2095500" y="4438650"/>
            <a:ext cx="8001000" cy="6858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接口层  →  服务层  →  SQLAlchemy 数据模型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5" name="redesign-42"/>
          <p:cNvSpPr>
            <a:spLocks noGrp="1"/>
          </p:cNvSpPr>
          <p:nvPr/>
        </p:nvSpPr>
        <p:spPr>
          <a:xfrm>
            <a:off x="1076325" y="5219700"/>
            <a:ext cx="10001250" cy="6096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范围：认证13条、个人信息7条、血压记录10条。</a:t>
            </a:r>
            <a:endParaRPr sz="1650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不含前端、OCR、RAG和云端模型；预测仅检查接口行为。</a:t>
            </a:r>
            <a:endParaRPr sz="1650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3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1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7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测试策略与用例分布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8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等价类覆盖输入边界，场景法验证连续操作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9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3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43"/>
          <p:cNvSpPr>
            <a:spLocks noGrp="1"/>
          </p:cNvSpPr>
          <p:nvPr/>
        </p:nvSpPr>
        <p:spPr>
          <a:xfrm>
            <a:off x="1066800" y="1323975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30条执行实例，两种设计方法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redesign-44"/>
          <p:cNvSpPr>
            <a:spLocks noGrp="1"/>
          </p:cNvSpPr>
          <p:nvPr/>
        </p:nvSpPr>
        <p:spPr>
          <a:xfrm>
            <a:off x="1238250" y="2095500"/>
            <a:ext cx="3619500" cy="11049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66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66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16</a:t>
            </a:r>
            <a:endParaRPr sz="66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redesign-45"/>
          <p:cNvSpPr>
            <a:spLocks noGrp="1"/>
          </p:cNvSpPr>
          <p:nvPr/>
        </p:nvSpPr>
        <p:spPr>
          <a:xfrm>
            <a:off x="1333500" y="3286125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等价类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redesign-46"/>
          <p:cNvSpPr>
            <a:spLocks noGrp="1"/>
          </p:cNvSpPr>
          <p:nvPr/>
        </p:nvSpPr>
        <p:spPr>
          <a:xfrm>
            <a:off x="1333500" y="3914775"/>
            <a:ext cx="4286250" cy="1381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无效用户名、邮箱、密码和令牌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血压数值边界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代表：重复邮箱注册 → 409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redesign-47"/>
          <p:cNvSpPr>
            <a:spLocks noGrp="1"/>
          </p:cNvSpPr>
          <p:nvPr/>
        </p:nvSpPr>
        <p:spPr>
          <a:xfrm>
            <a:off x="6715125" y="2095500"/>
            <a:ext cx="3619500" cy="11049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66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66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14</a:t>
            </a:r>
            <a:endParaRPr sz="66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9" name="redesign-48"/>
          <p:cNvSpPr>
            <a:spLocks noGrp="1"/>
          </p:cNvSpPr>
          <p:nvPr/>
        </p:nvSpPr>
        <p:spPr>
          <a:xfrm>
            <a:off x="6810375" y="3286125"/>
            <a:ext cx="3810000" cy="495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场景法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redesign-49"/>
          <p:cNvSpPr>
            <a:spLocks noGrp="1"/>
          </p:cNvSpPr>
          <p:nvPr/>
        </p:nvSpPr>
        <p:spPr>
          <a:xfrm>
            <a:off x="6810375" y="3914775"/>
            <a:ext cx="4286250" cy="1381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注册后登录、改密后登录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跨用户访问、记录修改和删除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代表：他人记录访问 → 404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1" name="redesign-50"/>
          <p:cNvSpPr>
            <a:spLocks noGrp="1"/>
          </p:cNvSpPr>
          <p:nvPr/>
        </p:nvSpPr>
        <p:spPr>
          <a:xfrm>
            <a:off x="1333500" y="5514975"/>
            <a:ext cx="9906000" cy="3429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650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注册参数校验的4个实例分别计数；3条缺陷专项回归单独统计。</a:t>
            </a:r>
            <a:endParaRPr sz="1650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5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3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10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典型用例：修改密码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11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请求成功之后，还要验证旧密码失效、新密码生效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12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4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51"/>
          <p:cNvSpPr>
            <a:spLocks noGrp="1"/>
          </p:cNvSpPr>
          <p:nvPr/>
        </p:nvSpPr>
        <p:spPr>
          <a:xfrm>
            <a:off x="1066800" y="1314450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TC-019：从改密请求到凭证生效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diagram-node-52"/>
          <p:cNvSpPr>
            <a:spLocks noGrp="1"/>
          </p:cNvSpPr>
          <p:nvPr/>
        </p:nvSpPr>
        <p:spPr>
          <a:xfrm>
            <a:off x="1095375" y="2562225"/>
            <a:ext cx="2762250" cy="809625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旧密码验证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diagram-node-53"/>
          <p:cNvSpPr>
            <a:spLocks noGrp="1"/>
          </p:cNvSpPr>
          <p:nvPr/>
        </p:nvSpPr>
        <p:spPr>
          <a:xfrm>
            <a:off x="4714875" y="2562225"/>
            <a:ext cx="2762250" cy="809625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修改密码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diagram-node-54"/>
          <p:cNvSpPr>
            <a:spLocks noGrp="1"/>
          </p:cNvSpPr>
          <p:nvPr/>
        </p:nvSpPr>
        <p:spPr>
          <a:xfrm>
            <a:off x="8334375" y="2562225"/>
            <a:ext cx="2762250" cy="809625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新旧密码登录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diagram-arrow-55"/>
          <p:cNvSpPr>
            <a:spLocks noGrp="1"/>
          </p:cNvSpPr>
          <p:nvPr/>
        </p:nvSpPr>
        <p:spPr>
          <a:xfrm>
            <a:off x="4057650" y="2838450"/>
            <a:ext cx="47625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89" name="diagram-arrow-56"/>
          <p:cNvSpPr>
            <a:spLocks noGrp="1"/>
          </p:cNvSpPr>
          <p:nvPr/>
        </p:nvSpPr>
        <p:spPr>
          <a:xfrm>
            <a:off x="7677150" y="2838450"/>
            <a:ext cx="47625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0" name="redesign-57"/>
          <p:cNvSpPr>
            <a:spLocks noGrp="1"/>
          </p:cNvSpPr>
          <p:nvPr/>
        </p:nvSpPr>
        <p:spPr>
          <a:xfrm>
            <a:off x="1095375" y="363855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使用正确旧密码</a:t>
            </a:r>
            <a:endParaRPr sz="195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提交 new-secret-456</a:t>
            </a:r>
            <a:endParaRPr sz="195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1" name="redesign-58"/>
          <p:cNvSpPr>
            <a:spLocks noGrp="1"/>
          </p:cNvSpPr>
          <p:nvPr/>
        </p:nvSpPr>
        <p:spPr>
          <a:xfrm>
            <a:off x="4714875" y="363855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响应 204</a:t>
            </a:r>
            <a:endParaRPr sz="195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密码更新完成</a:t>
            </a:r>
            <a:endParaRPr sz="195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2" name="redesign-59"/>
          <p:cNvSpPr>
            <a:spLocks noGrp="1"/>
          </p:cNvSpPr>
          <p:nvPr/>
        </p:nvSpPr>
        <p:spPr>
          <a:xfrm>
            <a:off x="8334375" y="3638550"/>
            <a:ext cx="2857500" cy="952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旧密码 → 401</a:t>
            </a:r>
            <a:endParaRPr sz="21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新密码 → 200</a:t>
            </a:r>
            <a:endParaRPr sz="21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3" name="redesign-60"/>
          <p:cNvSpPr>
            <a:spLocks noGrp="1"/>
          </p:cNvSpPr>
          <p:nvPr/>
        </p:nvSpPr>
        <p:spPr>
          <a:xfrm>
            <a:off x="1095375" y="5181600"/>
            <a:ext cx="10048875" cy="5334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2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25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断言同时检查：返回码、凭证变更、后续登录状态。</a:t>
            </a:r>
            <a:endParaRPr sz="225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9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7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13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自动化执行流程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14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隔离数据、固定范围，并保留每次执行证据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15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5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61"/>
          <p:cNvSpPr>
            <a:spLocks noGrp="1"/>
          </p:cNvSpPr>
          <p:nvPr/>
        </p:nvSpPr>
        <p:spPr>
          <a:xfrm>
            <a:off x="1066800" y="1323975"/>
            <a:ext cx="990600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6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6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pytest + FastAPI TestClient</a:t>
            </a:r>
            <a:endParaRPr sz="26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diagram-node-62"/>
          <p:cNvSpPr>
            <a:spLocks noGrp="1"/>
          </p:cNvSpPr>
          <p:nvPr/>
        </p:nvSpPr>
        <p:spPr>
          <a:xfrm>
            <a:off x="1000125" y="2457450"/>
            <a:ext cx="2286000" cy="8382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准备隔离数据库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diagram-arrow-63"/>
          <p:cNvSpPr>
            <a:spLocks noGrp="1"/>
          </p:cNvSpPr>
          <p:nvPr/>
        </p:nvSpPr>
        <p:spPr>
          <a:xfrm>
            <a:off x="3371850" y="2743200"/>
            <a:ext cx="30480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87" name="diagram-node-64"/>
          <p:cNvSpPr>
            <a:spLocks noGrp="1"/>
          </p:cNvSpPr>
          <p:nvPr/>
        </p:nvSpPr>
        <p:spPr>
          <a:xfrm>
            <a:off x="3762375" y="2457450"/>
            <a:ext cx="2286000" cy="8382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发送接口请求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diagram-arrow-65"/>
          <p:cNvSpPr>
            <a:spLocks noGrp="1"/>
          </p:cNvSpPr>
          <p:nvPr/>
        </p:nvSpPr>
        <p:spPr>
          <a:xfrm>
            <a:off x="6134100" y="2743200"/>
            <a:ext cx="30480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89" name="diagram-node-66"/>
          <p:cNvSpPr>
            <a:spLocks noGrp="1"/>
          </p:cNvSpPr>
          <p:nvPr/>
        </p:nvSpPr>
        <p:spPr>
          <a:xfrm>
            <a:off x="6524625" y="2457450"/>
            <a:ext cx="2286000" cy="8382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断言并清理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diagram-arrow-67"/>
          <p:cNvSpPr>
            <a:spLocks noGrp="1"/>
          </p:cNvSpPr>
          <p:nvPr/>
        </p:nvSpPr>
        <p:spPr>
          <a:xfrm>
            <a:off x="8896350" y="2743200"/>
            <a:ext cx="30480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1" name="diagram-node-68"/>
          <p:cNvSpPr>
            <a:spLocks noGrp="1"/>
          </p:cNvSpPr>
          <p:nvPr/>
        </p:nvSpPr>
        <p:spPr>
          <a:xfrm>
            <a:off x="9286875" y="2457450"/>
            <a:ext cx="2286000" cy="8382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保存日志与XML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2" name="redesign-69"/>
          <p:cNvSpPr>
            <a:spLocks noGrp="1"/>
          </p:cNvSpPr>
          <p:nvPr/>
        </p:nvSpPr>
        <p:spPr>
          <a:xfrm>
            <a:off x="971550" y="3609975"/>
            <a:ext cx="2514600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fixture 建表与清表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覆盖 get_db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StaticPool 共享连接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3" name="redesign-70"/>
          <p:cNvSpPr>
            <a:spLocks noGrp="1"/>
          </p:cNvSpPr>
          <p:nvPr/>
        </p:nvSpPr>
        <p:spPr>
          <a:xfrm>
            <a:off x="3733800" y="3609975"/>
            <a:ext cx="2505075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认证13条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个人信息7条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血压记录10条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4" name="redesign-71"/>
          <p:cNvSpPr>
            <a:spLocks noGrp="1"/>
          </p:cNvSpPr>
          <p:nvPr/>
        </p:nvSpPr>
        <p:spPr>
          <a:xfrm>
            <a:off x="6496050" y="3609975"/>
            <a:ext cx="2476500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检查响应与状态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每条用例隔离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失败返回非零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5" name="redesign-72"/>
          <p:cNvSpPr>
            <a:spLocks noGrp="1"/>
          </p:cNvSpPr>
          <p:nvPr/>
        </p:nvSpPr>
        <p:spPr>
          <a:xfrm>
            <a:off x="9258300" y="3609975"/>
            <a:ext cx="2438400" cy="12382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默认回归30条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缺陷专项3条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各自保存执行证据</a:t>
            </a:r>
            <a:endParaRPr sz="18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6" name="redesign-73"/>
          <p:cNvSpPr>
            <a:spLocks noGrp="1"/>
          </p:cNvSpPr>
          <p:nvPr/>
        </p:nvSpPr>
        <p:spPr>
          <a:xfrm>
            <a:off x="990600" y="5172075"/>
            <a:ext cx="10715625" cy="3810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725" b="0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725" b="0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默认：bash run_module1_tests.sh     专项：bash 缺陷证据/run_defect_checks.sh</a:t>
            </a:r>
            <a:endParaRPr sz="1725" b="0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7" name="redesign-74"/>
          <p:cNvSpPr>
            <a:spLocks noGrp="1"/>
          </p:cNvSpPr>
          <p:nvPr/>
        </p:nvSpPr>
        <p:spPr>
          <a:xfrm>
            <a:off x="990600" y="5591175"/>
            <a:ext cx="10715625" cy="2952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运行前配置 backend/.venv；源码工程与交付包保持既定目录关系。</a:t>
            </a:r>
            <a:endParaRPr sz="15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1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9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16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执行结果与缺陷概览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17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原用例全部通过，仍可能遗漏特殊输入组合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18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6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75"/>
          <p:cNvSpPr>
            <a:spLocks noGrp="1"/>
          </p:cNvSpPr>
          <p:nvPr/>
        </p:nvSpPr>
        <p:spPr>
          <a:xfrm>
            <a:off x="1066800" y="1381125"/>
            <a:ext cx="4476750" cy="1190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64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64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30 / 30</a:t>
            </a:r>
            <a:endParaRPr sz="64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redesign-76"/>
          <p:cNvSpPr>
            <a:spLocks noGrp="1"/>
          </p:cNvSpPr>
          <p:nvPr/>
        </p:nvSpPr>
        <p:spPr>
          <a:xfrm>
            <a:off x="1190625" y="2657475"/>
            <a:ext cx="4381500" cy="4572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3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3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原功能回归通过</a:t>
            </a:r>
            <a:endParaRPr sz="23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redesign-77"/>
          <p:cNvSpPr>
            <a:spLocks noGrp="1"/>
          </p:cNvSpPr>
          <p:nvPr/>
        </p:nvSpPr>
        <p:spPr>
          <a:xfrm>
            <a:off x="1190625" y="3286125"/>
            <a:ext cx="4476750" cy="952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认证13  +  个人信息7  +  血压记录10</a:t>
            </a:r>
            <a:endParaRPr sz="187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2026-09-12保存日志，7.20秒</a:t>
            </a:r>
            <a:endParaRPr sz="187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redesign-78"/>
          <p:cNvSpPr>
            <a:spLocks noGrp="1"/>
          </p:cNvSpPr>
          <p:nvPr/>
        </p:nvSpPr>
        <p:spPr>
          <a:xfrm>
            <a:off x="6172200" y="1514475"/>
            <a:ext cx="5238750" cy="5143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47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47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定向检查发现3个缺陷</a:t>
            </a:r>
            <a:endParaRPr sz="247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graphicFrame>
        <p:nvGraphicFramePr>
          <p:cNvPr id="117" name="表格 116"/>
          <p:cNvGraphicFramePr/>
          <p:nvPr/>
        </p:nvGraphicFramePr>
        <p:xfrm>
          <a:off x="6191250" y="2286000"/>
          <a:ext cx="5000625" cy="2647952"/>
        </p:xfrm>
        <a:graphic>
          <a:graphicData uri="http://schemas.openxmlformats.org/drawingml/2006/table">
            <a:tbl>
              <a:tblPr/>
              <a:tblGrid>
                <a:gridCol w="1571625"/>
                <a:gridCol w="2571750"/>
                <a:gridCol w="857250"/>
              </a:tblGrid>
              <a:tr h="661988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缺陷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现象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程度</a:t>
                      </a:r>
                      <a:endParaRPr sz="1725" b="1">
                        <a:solidFill>
                          <a:srgbClr val="FFFFFF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4472C4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D01 长密码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错误后缀仍可登录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高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D02 必填空值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显式null返回500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中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EDF3FA"/>
                    </a:solidFill>
                  </a:tcPr>
                </a:tc>
              </a:tr>
              <a:tr h="661988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D03 时间查询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等价时区结果不同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2B3B"/>
                          </a:solidFill>
                          <a:latin typeface="Heiti SC" panose="02000000000000000000" charset="-122"/>
                          <a:ea typeface="Heiti SC" panose="02000000000000000000" charset="-122"/>
                          <a:cs typeface="Heiti SC" panose="02000000000000000000" charset="-122"/>
                        </a:rPr>
                        <a:t>中</a:t>
                      </a:r>
                      <a:endParaRPr sz="1725" b="0">
                        <a:solidFill>
                          <a:srgbClr val="202B3B"/>
                        </a:solidFill>
                        <a:latin typeface="Heiti SC" panose="02000000000000000000" charset="-122"/>
                        <a:ea typeface="Heiti SC" panose="02000000000000000000" charset="-122"/>
                        <a:cs typeface="Heiti SC" panose="02000000000000000000" charset="-122"/>
                      </a:endParaRPr>
                    </a:p>
                  </a:txBody>
                  <a:tcPr marL="95250" marR="95250" marT="133350" marB="1143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9" name="redesign-79"/>
          <p:cNvSpPr>
            <a:spLocks noGrp="1"/>
          </p:cNvSpPr>
          <p:nvPr/>
        </p:nvSpPr>
        <p:spPr>
          <a:xfrm>
            <a:off x="1190625" y="5238750"/>
            <a:ext cx="9906000" cy="495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325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325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专项修复验证：3 / 3通过，独立于默认30条。</a:t>
            </a:r>
            <a:endParaRPr sz="2325" b="1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7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5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19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密码与空值缺陷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20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修复后既验证拒绝非法输入，也验证正常行为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21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7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80"/>
          <p:cNvSpPr>
            <a:spLocks noGrp="1"/>
          </p:cNvSpPr>
          <p:nvPr/>
        </p:nvSpPr>
        <p:spPr>
          <a:xfrm>
            <a:off x="1066800" y="1390650"/>
            <a:ext cx="4953000" cy="495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D01  长密码后缀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redesign-81"/>
          <p:cNvSpPr>
            <a:spLocks noGrp="1"/>
          </p:cNvSpPr>
          <p:nvPr/>
        </p:nvSpPr>
        <p:spPr>
          <a:xfrm>
            <a:off x="6553200" y="1390650"/>
            <a:ext cx="4857750" cy="495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55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D02  必填字段置空</a:t>
            </a:r>
            <a:endParaRPr sz="255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redesign-82"/>
          <p:cNvSpPr>
            <a:spLocks noGrp="1"/>
          </p:cNvSpPr>
          <p:nvPr/>
        </p:nvSpPr>
        <p:spPr>
          <a:xfrm>
            <a:off x="1095375" y="2152650"/>
            <a:ext cx="4667250" cy="876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A×72 + X  注册</a:t>
            </a:r>
            <a:endParaRPr sz="24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A×72 + Y  登录</a:t>
            </a:r>
            <a:endParaRPr sz="24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redesign-83"/>
          <p:cNvSpPr>
            <a:spLocks noGrp="1"/>
          </p:cNvSpPr>
          <p:nvPr/>
        </p:nvSpPr>
        <p:spPr>
          <a:xfrm>
            <a:off x="6572250" y="2152650"/>
            <a:ext cx="4572000" cy="876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systolic = null</a:t>
            </a:r>
            <a:endParaRPr sz="24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4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PATCH 血压记录</a:t>
            </a:r>
            <a:endParaRPr sz="24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redesign-84"/>
          <p:cNvSpPr>
            <a:spLocks noGrp="1"/>
          </p:cNvSpPr>
          <p:nvPr/>
        </p:nvSpPr>
        <p:spPr>
          <a:xfrm>
            <a:off x="1095375" y="3257550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1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1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修复前：错误后缀返回200</a:t>
            </a:r>
            <a:endParaRPr sz="1950" b="1">
              <a:solidFill>
                <a:srgbClr val="B1463C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9" name="redesign-85"/>
          <p:cNvSpPr>
            <a:spLocks noGrp="1"/>
          </p:cNvSpPr>
          <p:nvPr/>
        </p:nvSpPr>
        <p:spPr>
          <a:xfrm>
            <a:off x="6572250" y="3257550"/>
            <a:ext cx="4857750" cy="4667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1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1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修复前：数据库约束触发500</a:t>
            </a:r>
            <a:endParaRPr sz="1950" b="1">
              <a:solidFill>
                <a:srgbClr val="B1463C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redesign-86"/>
          <p:cNvSpPr>
            <a:spLocks noGrp="1"/>
          </p:cNvSpPr>
          <p:nvPr/>
        </p:nvSpPr>
        <p:spPr>
          <a:xfrm>
            <a:off x="1095375" y="3895725"/>
            <a:ext cx="4905375" cy="809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bcrypt只处理前72字节</a:t>
            </a:r>
            <a:endParaRPr sz="20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改为 bcrypt_sha256</a:t>
            </a:r>
            <a:endParaRPr sz="20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1" name="redesign-87"/>
          <p:cNvSpPr>
            <a:spLocks noGrp="1"/>
          </p:cNvSpPr>
          <p:nvPr/>
        </p:nvSpPr>
        <p:spPr>
          <a:xfrm>
            <a:off x="6572250" y="3895725"/>
            <a:ext cx="4667250" cy="809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区分省略与显式null</a:t>
            </a:r>
            <a:endParaRPr sz="20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写入前拒绝非法空值</a:t>
            </a:r>
            <a:endParaRPr sz="20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2" name="redesign-88"/>
          <p:cNvSpPr>
            <a:spLocks noGrp="1"/>
          </p:cNvSpPr>
          <p:nvPr/>
        </p:nvSpPr>
        <p:spPr>
          <a:xfrm>
            <a:off x="1095375" y="4876800"/>
            <a:ext cx="4953000" cy="4572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修复后：错误后缀401</a:t>
            </a:r>
            <a:endParaRPr sz="2100" b="1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3" name="redesign-89"/>
          <p:cNvSpPr>
            <a:spLocks noGrp="1"/>
          </p:cNvSpPr>
          <p:nvPr/>
        </p:nvSpPr>
        <p:spPr>
          <a:xfrm>
            <a:off x="6572250" y="487680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修复后：422，原值保留</a:t>
            </a:r>
            <a:endParaRPr sz="2100" b="1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4" name="redesign-90"/>
          <p:cNvSpPr>
            <a:spLocks noGrp="1"/>
          </p:cNvSpPr>
          <p:nvPr/>
        </p:nvSpPr>
        <p:spPr>
          <a:xfrm>
            <a:off x="1095375" y="5457825"/>
            <a:ext cx="5143500" cy="3333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旧长密码需重置；短旧密码保持兼容。</a:t>
            </a:r>
            <a:endParaRPr sz="15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5" name="redesign-91"/>
          <p:cNvSpPr>
            <a:spLocks noGrp="1"/>
          </p:cNvSpPr>
          <p:nvPr/>
        </p:nvSpPr>
        <p:spPr>
          <a:xfrm>
            <a:off x="6572250" y="5457825"/>
            <a:ext cx="4857750" cy="3333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可空字段仍可清空，正常更新保持可用。</a:t>
            </a:r>
            <a:endParaRPr sz="15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6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4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22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等价时区查询缺陷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23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同一实际时刻，应具有一致的存取与查询语义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24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8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92"/>
          <p:cNvSpPr>
            <a:spLocks noGrp="1"/>
          </p:cNvSpPr>
          <p:nvPr/>
        </p:nvSpPr>
        <p:spPr>
          <a:xfrm>
            <a:off x="1066800" y="1343025"/>
            <a:ext cx="9906000" cy="5715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6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6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不同表示，同一个实际时刻</a:t>
            </a:r>
            <a:endParaRPr sz="26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diagram-node-93"/>
          <p:cNvSpPr>
            <a:spLocks noGrp="1"/>
          </p:cNvSpPr>
          <p:nvPr/>
        </p:nvSpPr>
        <p:spPr>
          <a:xfrm>
            <a:off x="1095375" y="2362200"/>
            <a:ext cx="3048000" cy="7620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UTC 00:00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diagram-node-94"/>
          <p:cNvSpPr>
            <a:spLocks noGrp="1"/>
          </p:cNvSpPr>
          <p:nvPr/>
        </p:nvSpPr>
        <p:spPr>
          <a:xfrm>
            <a:off x="1095375" y="3714750"/>
            <a:ext cx="3048000" cy="7620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+08:00 08:00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diagram-arrow-95"/>
          <p:cNvSpPr>
            <a:spLocks noGrp="1"/>
          </p:cNvSpPr>
          <p:nvPr/>
        </p:nvSpPr>
        <p:spPr>
          <a:xfrm>
            <a:off x="4419600" y="2647950"/>
            <a:ext cx="87630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88" name="diagram-arrow-96"/>
          <p:cNvSpPr>
            <a:spLocks noGrp="1"/>
          </p:cNvSpPr>
          <p:nvPr/>
        </p:nvSpPr>
        <p:spPr>
          <a:xfrm>
            <a:off x="4419600" y="3971925"/>
            <a:ext cx="876300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89" name="diagram-node-97"/>
          <p:cNvSpPr>
            <a:spLocks noGrp="1"/>
          </p:cNvSpPr>
          <p:nvPr/>
        </p:nvSpPr>
        <p:spPr>
          <a:xfrm>
            <a:off x="5638800" y="2819400"/>
            <a:ext cx="2952750" cy="120015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统一转换为 UTC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diagram-arrow-98"/>
          <p:cNvSpPr>
            <a:spLocks noGrp="1"/>
          </p:cNvSpPr>
          <p:nvPr/>
        </p:nvSpPr>
        <p:spPr>
          <a:xfrm>
            <a:off x="8810625" y="3286125"/>
            <a:ext cx="581025" cy="228600"/>
          </a:xfrm>
          <a:prstGeom prst="rightArrow">
            <a:avLst/>
          </a:prstGeom>
          <a:solidFill>
            <a:srgbClr val="4472C4"/>
          </a:solidFill>
          <a:ln w="0">
            <a:noFill/>
          </a:ln>
        </p:spPr>
      </p:sp>
      <p:sp>
        <p:nvSpPr>
          <p:cNvPr id="91" name="diagram-node-99"/>
          <p:cNvSpPr>
            <a:spLocks noGrp="1"/>
          </p:cNvSpPr>
          <p:nvPr/>
        </p:nvSpPr>
        <p:spPr>
          <a:xfrm>
            <a:off x="9620250" y="2933700"/>
            <a:ext cx="1905000" cy="952500"/>
          </a:xfrm>
          <a:prstGeom prst="rect">
            <a:avLst/>
          </a:prstGeom>
          <a:solidFill>
            <a:srgbClr val="EDF3FA"/>
          </a:solidFill>
          <a:ln w="14288">
            <a:solidFill>
              <a:srgbClr val="BBCFE9"/>
            </a:solidFill>
          </a:ln>
        </p:spPr>
        <p:txBody>
          <a:bodyPr lIns="95250" tIns="76200" rIns="95250" bIns="76200" anchor="ctr">
            <a:noAutofit/>
          </a:bodyPr>
          <a:lstStyle/>
          <a:p>
            <a:pPr algn="ctr">
              <a:def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0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命中同一记录</a:t>
            </a:r>
            <a:endParaRPr sz="20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2" name="redesign-100"/>
          <p:cNvSpPr>
            <a:spLocks noGrp="1"/>
          </p:cNvSpPr>
          <p:nvPr/>
        </p:nvSpPr>
        <p:spPr>
          <a:xfrm>
            <a:off x="1095375" y="4714875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B1463C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修复前：UTC查询0条，+08:00查询1条。</a:t>
            </a:r>
            <a:endParaRPr sz="2100" b="0">
              <a:solidFill>
                <a:srgbClr val="B1463C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3" name="redesign-101"/>
          <p:cNvSpPr>
            <a:spLocks noGrp="1"/>
          </p:cNvSpPr>
          <p:nvPr/>
        </p:nvSpPr>
        <p:spPr>
          <a:xfrm>
            <a:off x="1095375" y="5219700"/>
            <a:ext cx="10382250" cy="4095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修复后：两个查询均为1条，覆盖跨日偏移与更新时间。</a:t>
            </a:r>
            <a:endParaRPr sz="2100" b="0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4" name="redesign-102"/>
          <p:cNvSpPr>
            <a:spLocks noGrp="1"/>
          </p:cNvSpPr>
          <p:nvPr/>
        </p:nvSpPr>
        <p:spPr>
          <a:xfrm>
            <a:off x="1095375" y="5657850"/>
            <a:ext cx="10382250" cy="2952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5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UTCDateTime统一写入、参数绑定和读取；历史丢失的偏移无法自动恢复。</a:t>
            </a:r>
            <a:endParaRPr sz="15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0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08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25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修复验证与质量结论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26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选定范围验证通过，结论保留历史数据与兼容性限制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27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9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103"/>
          <p:cNvSpPr>
            <a:spLocks noGrp="1"/>
          </p:cNvSpPr>
          <p:nvPr/>
        </p:nvSpPr>
        <p:spPr>
          <a:xfrm>
            <a:off x="1190625" y="1466850"/>
            <a:ext cx="9906000" cy="8763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42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42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选定范围验证通过</a:t>
            </a:r>
            <a:endParaRPr sz="42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redesign-104"/>
          <p:cNvSpPr>
            <a:spLocks noGrp="1"/>
          </p:cNvSpPr>
          <p:nvPr/>
        </p:nvSpPr>
        <p:spPr>
          <a:xfrm>
            <a:off x="1238250" y="2686050"/>
            <a:ext cx="9620250" cy="6381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3225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3225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3 failed  →  3 passed</a:t>
            </a:r>
            <a:endParaRPr sz="3225" b="1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redesign-105"/>
          <p:cNvSpPr>
            <a:spLocks noGrp="1"/>
          </p:cNvSpPr>
          <p:nvPr/>
        </p:nvSpPr>
        <p:spPr>
          <a:xfrm>
            <a:off x="1238250" y="3543300"/>
            <a:ext cx="9906000" cy="10191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3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3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同一份缺陷专项断言：先复现失败，再验证修复。</a:t>
            </a:r>
            <a:endParaRPr sz="23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3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3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随后运行原30条用例，结果全部通过。</a:t>
            </a:r>
            <a:endParaRPr sz="23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redesign-106"/>
          <p:cNvSpPr>
            <a:spLocks noGrp="1"/>
          </p:cNvSpPr>
          <p:nvPr/>
        </p:nvSpPr>
        <p:spPr>
          <a:xfrm>
            <a:off x="1238250" y="4838700"/>
            <a:ext cx="266700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仍需注意</a:t>
            </a:r>
            <a:endParaRPr sz="21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redesign-107"/>
          <p:cNvSpPr>
            <a:spLocks noGrp="1"/>
          </p:cNvSpPr>
          <p:nvPr/>
        </p:nvSpPr>
        <p:spPr>
          <a:xfrm>
            <a:off x="1238250" y="5276850"/>
            <a:ext cx="9906000" cy="6381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旧长密码重置与历史时区数据校正尚未执行。</a:t>
            </a:r>
            <a:endParaRPr sz="18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18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本轮未开展全项目回归，也未测量覆盖率。</a:t>
            </a:r>
            <a:endParaRPr sz="18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2"/>
          <p:cNvSpPr>
            <a:spLocks noGrp="1"/>
          </p:cNvSpPr>
          <p:nvPr/>
        </p:nvSpPr>
        <p:spPr>
          <a:xfrm>
            <a:off x="815340" y="902970"/>
            <a:ext cx="6209030" cy="10922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</a:ln>
        </p:spPr>
      </p:sp>
      <p:cxnSp>
        <p:nvCxnSpPr>
          <p:cNvPr id="93" name="Line 3"/>
          <p:cNvCxnSpPr/>
          <p:nvPr/>
        </p:nvCxnSpPr>
        <p:spPr>
          <a:xfrm>
            <a:off x="815340" y="902970"/>
            <a:ext cx="10610850" cy="0"/>
          </a:xfrm>
          <a:prstGeom prst="straightConnector1">
            <a:avLst/>
          </a:prstGeom>
          <a:ln w="13546">
            <a:solidFill>
              <a:srgbClr val="0070C0"/>
            </a:solidFill>
          </a:ln>
        </p:spPr>
      </p:cxnSp>
      <p:sp>
        <p:nvSpPr>
          <p:cNvPr id="5" name="圆角矩形 26"/>
          <p:cNvSpPr>
            <a:spLocks noGrp="1"/>
          </p:cNvSpPr>
          <p:nvPr/>
        </p:nvSpPr>
        <p:spPr>
          <a:xfrm>
            <a:off x="1122680" y="5967730"/>
            <a:ext cx="10179050" cy="60198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175">
            <a:solidFill>
              <a:srgbClr val="D9D9D9"/>
            </a:solidFill>
          </a:ln>
        </p:spPr>
      </p:sp>
      <p:sp>
        <p:nvSpPr>
          <p:cNvPr id="6" name="矩形 93"/>
          <p:cNvSpPr>
            <a:spLocks noGrp="1"/>
          </p:cNvSpPr>
          <p:nvPr/>
        </p:nvSpPr>
        <p:spPr>
          <a:xfrm>
            <a:off x="1066800" y="592836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7" name="矩形 93-2"/>
          <p:cNvSpPr>
            <a:spLocks noGrp="1"/>
          </p:cNvSpPr>
          <p:nvPr/>
        </p:nvSpPr>
        <p:spPr>
          <a:xfrm rot="10800000">
            <a:off x="10998200" y="6342380"/>
            <a:ext cx="355600" cy="288290"/>
          </a:xfrm>
          <a:custGeom>
            <a:avLst/>
            <a:gdLst/>
            <a:ahLst/>
            <a:cxnLst/>
            <a:rect l="l" t="t" r="r" b="b"/>
            <a:pathLst>
              <a:path w="504056" h="504056">
                <a:moveTo>
                  <a:pt x="0" y="0"/>
                </a:moveTo>
                <a:lnTo>
                  <a:pt x="504056" y="0"/>
                </a:lnTo>
                <a:lnTo>
                  <a:pt x="504056" y="144016"/>
                </a:lnTo>
                <a:lnTo>
                  <a:pt x="144016" y="144016"/>
                </a:lnTo>
                <a:lnTo>
                  <a:pt x="144016" y="504056"/>
                </a:lnTo>
                <a:lnTo>
                  <a:pt x="0" y="504056"/>
                </a:lnTo>
                <a:close/>
              </a:path>
            </a:pathLst>
          </a:custGeom>
          <a:solidFill>
            <a:srgbClr val="1D4999"/>
          </a:solidFill>
          <a:ln>
            <a:noFill/>
          </a:ln>
        </p:spPr>
      </p:sp>
      <p:sp>
        <p:nvSpPr>
          <p:cNvPr id="10" name="Rectangle 7"/>
          <p:cNvSpPr>
            <a:spLocks noGrp="1"/>
          </p:cNvSpPr>
          <p:nvPr/>
        </p:nvSpPr>
        <p:spPr>
          <a:xfrm>
            <a:off x="9972040" y="467360"/>
            <a:ext cx="18034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1" name="Freeform 8"/>
          <p:cNvSpPr>
            <a:spLocks noGrp="1"/>
          </p:cNvSpPr>
          <p:nvPr/>
        </p:nvSpPr>
        <p:spPr>
          <a:xfrm>
            <a:off x="9862820" y="238760"/>
            <a:ext cx="400050" cy="256540"/>
          </a:xfrm>
          <a:custGeom>
            <a:avLst/>
            <a:gdLst/>
            <a:ahLst/>
            <a:cxnLst/>
            <a:rect l="l" t="t" r="r" b="b"/>
            <a:pathLst>
              <a:path w="259" h="165">
                <a:moveTo>
                  <a:pt x="129" y="4"/>
                </a:moveTo>
                <a:cubicBezTo>
                  <a:pt x="198" y="4"/>
                  <a:pt x="255" y="39"/>
                  <a:pt x="255" y="83"/>
                </a:cubicBezTo>
                <a:cubicBezTo>
                  <a:pt x="255" y="126"/>
                  <a:pt x="198" y="161"/>
                  <a:pt x="129" y="161"/>
                </a:cubicBezTo>
                <a:cubicBezTo>
                  <a:pt x="61" y="161"/>
                  <a:pt x="4" y="126"/>
                  <a:pt x="4" y="83"/>
                </a:cubicBezTo>
                <a:cubicBezTo>
                  <a:pt x="4" y="39"/>
                  <a:pt x="61" y="4"/>
                  <a:pt x="129" y="4"/>
                </a:cubicBezTo>
                <a:close/>
                <a:moveTo>
                  <a:pt x="129" y="0"/>
                </a:moveTo>
                <a:cubicBezTo>
                  <a:pt x="201" y="0"/>
                  <a:pt x="259" y="37"/>
                  <a:pt x="259" y="83"/>
                </a:cubicBezTo>
                <a:cubicBezTo>
                  <a:pt x="259" y="128"/>
                  <a:pt x="201" y="165"/>
                  <a:pt x="129" y="165"/>
                </a:cubicBezTo>
                <a:cubicBezTo>
                  <a:pt x="58" y="165"/>
                  <a:pt x="0" y="128"/>
                  <a:pt x="0" y="83"/>
                </a:cubicBezTo>
                <a:cubicBezTo>
                  <a:pt x="0" y="37"/>
                  <a:pt x="58" y="0"/>
                  <a:pt x="129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2" name="Freeform 9"/>
          <p:cNvSpPr>
            <a:spLocks noGrp="1"/>
          </p:cNvSpPr>
          <p:nvPr/>
        </p:nvSpPr>
        <p:spPr>
          <a:xfrm>
            <a:off x="9899650" y="238760"/>
            <a:ext cx="326390" cy="256540"/>
          </a:xfrm>
          <a:custGeom>
            <a:avLst/>
            <a:gdLst/>
            <a:ahLst/>
            <a:cxnLst/>
            <a:rect l="l" t="t" r="r" b="b"/>
            <a:pathLst>
              <a:path w="211" h="165">
                <a:moveTo>
                  <a:pt x="105" y="4"/>
                </a:moveTo>
                <a:cubicBezTo>
                  <a:pt x="161" y="4"/>
                  <a:pt x="207" y="39"/>
                  <a:pt x="207" y="83"/>
                </a:cubicBezTo>
                <a:cubicBezTo>
                  <a:pt x="207" y="126"/>
                  <a:pt x="161" y="161"/>
                  <a:pt x="105" y="161"/>
                </a:cubicBezTo>
                <a:cubicBezTo>
                  <a:pt x="50" y="161"/>
                  <a:pt x="4" y="126"/>
                  <a:pt x="4" y="83"/>
                </a:cubicBezTo>
                <a:cubicBezTo>
                  <a:pt x="4" y="39"/>
                  <a:pt x="50" y="4"/>
                  <a:pt x="105" y="4"/>
                </a:cubicBezTo>
                <a:close/>
                <a:moveTo>
                  <a:pt x="105" y="0"/>
                </a:moveTo>
                <a:cubicBezTo>
                  <a:pt x="163" y="0"/>
                  <a:pt x="211" y="37"/>
                  <a:pt x="211" y="83"/>
                </a:cubicBezTo>
                <a:cubicBezTo>
                  <a:pt x="211" y="128"/>
                  <a:pt x="163" y="165"/>
                  <a:pt x="105" y="165"/>
                </a:cubicBezTo>
                <a:cubicBezTo>
                  <a:pt x="48" y="165"/>
                  <a:pt x="0" y="128"/>
                  <a:pt x="0" y="83"/>
                </a:cubicBezTo>
                <a:cubicBezTo>
                  <a:pt x="0" y="37"/>
                  <a:pt x="48" y="0"/>
                  <a:pt x="105" y="0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3" name="Freeform 10"/>
          <p:cNvSpPr>
            <a:spLocks noGrp="1"/>
          </p:cNvSpPr>
          <p:nvPr/>
        </p:nvSpPr>
        <p:spPr>
          <a:xfrm>
            <a:off x="9777730" y="157480"/>
            <a:ext cx="568960" cy="412750"/>
          </a:xfrm>
          <a:custGeom>
            <a:avLst/>
            <a:gdLst/>
            <a:ahLst/>
            <a:cxnLst/>
            <a:rect l="l" t="t" r="r" b="b"/>
            <a:pathLst>
              <a:path w="368" h="265">
                <a:moveTo>
                  <a:pt x="184" y="0"/>
                </a:moveTo>
                <a:cubicBezTo>
                  <a:pt x="286" y="0"/>
                  <a:pt x="368" y="60"/>
                  <a:pt x="368" y="133"/>
                </a:cubicBezTo>
                <a:cubicBezTo>
                  <a:pt x="368" y="206"/>
                  <a:pt x="286" y="265"/>
                  <a:pt x="184" y="265"/>
                </a:cubicBezTo>
                <a:cubicBezTo>
                  <a:pt x="83" y="265"/>
                  <a:pt x="0" y="206"/>
                  <a:pt x="0" y="133"/>
                </a:cubicBezTo>
                <a:cubicBezTo>
                  <a:pt x="0" y="60"/>
                  <a:pt x="83" y="0"/>
                  <a:pt x="184" y="0"/>
                </a:cubicBezTo>
                <a:close/>
                <a:moveTo>
                  <a:pt x="184" y="7"/>
                </a:moveTo>
                <a:cubicBezTo>
                  <a:pt x="280" y="7"/>
                  <a:pt x="359" y="64"/>
                  <a:pt x="359" y="133"/>
                </a:cubicBezTo>
                <a:cubicBezTo>
                  <a:pt x="359" y="202"/>
                  <a:pt x="280" y="258"/>
                  <a:pt x="184" y="258"/>
                </a:cubicBezTo>
                <a:cubicBezTo>
                  <a:pt x="88" y="258"/>
                  <a:pt x="9" y="202"/>
                  <a:pt x="9" y="133"/>
                </a:cubicBezTo>
                <a:cubicBezTo>
                  <a:pt x="9" y="64"/>
                  <a:pt x="88" y="7"/>
                  <a:pt x="184" y="7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4" name="Freeform 11"/>
          <p:cNvSpPr>
            <a:spLocks noGrp="1"/>
          </p:cNvSpPr>
          <p:nvPr/>
        </p:nvSpPr>
        <p:spPr>
          <a:xfrm>
            <a:off x="10007600" y="447040"/>
            <a:ext cx="107950" cy="17780"/>
          </a:xfrm>
          <a:custGeom>
            <a:avLst/>
            <a:gdLst/>
            <a:ahLst/>
            <a:cxnLst/>
            <a:rect l="l" t="t" r="r" b="b"/>
            <a:pathLst>
              <a:path w="70" h="11">
                <a:moveTo>
                  <a:pt x="0" y="0"/>
                </a:moveTo>
                <a:lnTo>
                  <a:pt x="1" y="0"/>
                </a:lnTo>
                <a:lnTo>
                  <a:pt x="2" y="6"/>
                </a:lnTo>
                <a:cubicBezTo>
                  <a:pt x="3" y="6"/>
                  <a:pt x="3" y="7"/>
                  <a:pt x="3" y="7"/>
                </a:cubicBezTo>
                <a:cubicBezTo>
                  <a:pt x="3" y="7"/>
                  <a:pt x="3" y="8"/>
                  <a:pt x="3" y="8"/>
                </a:cubicBezTo>
                <a:cubicBezTo>
                  <a:pt x="3" y="8"/>
                  <a:pt x="3" y="7"/>
                  <a:pt x="3" y="6"/>
                </a:cubicBezTo>
                <a:cubicBezTo>
                  <a:pt x="3" y="6"/>
                  <a:pt x="3" y="6"/>
                  <a:pt x="3" y="6"/>
                </a:cubicBezTo>
                <a:lnTo>
                  <a:pt x="4" y="0"/>
                </a:lnTo>
                <a:lnTo>
                  <a:pt x="5" y="0"/>
                </a:lnTo>
                <a:lnTo>
                  <a:pt x="7" y="6"/>
                </a:lnTo>
                <a:cubicBezTo>
                  <a:pt x="7" y="6"/>
                  <a:pt x="7" y="7"/>
                  <a:pt x="7" y="7"/>
                </a:cubicBezTo>
                <a:cubicBezTo>
                  <a:pt x="7" y="7"/>
                  <a:pt x="7" y="8"/>
                  <a:pt x="7" y="8"/>
                </a:cubicBezTo>
                <a:cubicBezTo>
                  <a:pt x="7" y="8"/>
                  <a:pt x="7" y="7"/>
                  <a:pt x="7" y="7"/>
                </a:cubicBezTo>
                <a:cubicBezTo>
                  <a:pt x="7" y="7"/>
                  <a:pt x="7" y="6"/>
                  <a:pt x="7" y="6"/>
                </a:cubicBezTo>
                <a:lnTo>
                  <a:pt x="8" y="0"/>
                </a:lnTo>
                <a:lnTo>
                  <a:pt x="10" y="0"/>
                </a:lnTo>
                <a:lnTo>
                  <a:pt x="7" y="10"/>
                </a:lnTo>
                <a:lnTo>
                  <a:pt x="6" y="10"/>
                </a:lnTo>
                <a:lnTo>
                  <a:pt x="5" y="5"/>
                </a:lnTo>
                <a:cubicBezTo>
                  <a:pt x="5" y="4"/>
                  <a:pt x="5" y="4"/>
                  <a:pt x="5" y="4"/>
                </a:cubicBezTo>
                <a:cubicBezTo>
                  <a:pt x="5" y="3"/>
                  <a:pt x="5" y="3"/>
                  <a:pt x="5" y="2"/>
                </a:cubicBezTo>
                <a:cubicBezTo>
                  <a:pt x="5" y="3"/>
                  <a:pt x="5" y="3"/>
                  <a:pt x="5" y="4"/>
                </a:cubicBezTo>
                <a:cubicBezTo>
                  <a:pt x="5" y="4"/>
                  <a:pt x="5" y="4"/>
                  <a:pt x="4" y="5"/>
                </a:cubicBezTo>
                <a:lnTo>
                  <a:pt x="3" y="10"/>
                </a:lnTo>
                <a:lnTo>
                  <a:pt x="2" y="10"/>
                </a:lnTo>
                <a:lnTo>
                  <a:pt x="0" y="0"/>
                </a:lnTo>
                <a:close/>
              </a:path>
              <a:path w="70" h="11">
                <a:moveTo>
                  <a:pt x="10" y="0"/>
                </a:moveTo>
                <a:lnTo>
                  <a:pt x="12" y="0"/>
                </a:lnTo>
                <a:lnTo>
                  <a:pt x="12" y="7"/>
                </a:lnTo>
                <a:cubicBezTo>
                  <a:pt x="12" y="8"/>
                  <a:pt x="12" y="8"/>
                  <a:pt x="12" y="9"/>
                </a:cubicBezTo>
                <a:cubicBezTo>
                  <a:pt x="12" y="9"/>
                  <a:pt x="13" y="9"/>
                  <a:pt x="13" y="9"/>
                </a:cubicBezTo>
                <a:cubicBezTo>
                  <a:pt x="14" y="9"/>
                  <a:pt x="14" y="9"/>
                  <a:pt x="15" y="9"/>
                </a:cubicBezTo>
                <a:cubicBezTo>
                  <a:pt x="15" y="8"/>
                  <a:pt x="15" y="8"/>
                  <a:pt x="15" y="7"/>
                </a:cubicBezTo>
                <a:lnTo>
                  <a:pt x="15" y="0"/>
                </a:lnTo>
                <a:lnTo>
                  <a:pt x="16" y="0"/>
                </a:lnTo>
                <a:lnTo>
                  <a:pt x="16" y="7"/>
                </a:lnTo>
                <a:cubicBezTo>
                  <a:pt x="16" y="8"/>
                  <a:pt x="16" y="9"/>
                  <a:pt x="15" y="10"/>
                </a:cubicBezTo>
                <a:cubicBezTo>
                  <a:pt x="15" y="10"/>
                  <a:pt x="14" y="11"/>
                  <a:pt x="13" y="11"/>
                </a:cubicBezTo>
                <a:cubicBezTo>
                  <a:pt x="12" y="11"/>
                  <a:pt x="12" y="10"/>
                  <a:pt x="11" y="10"/>
                </a:cubicBezTo>
                <a:cubicBezTo>
                  <a:pt x="11" y="9"/>
                  <a:pt x="10" y="8"/>
                  <a:pt x="10" y="7"/>
                </a:cubicBezTo>
                <a:lnTo>
                  <a:pt x="10" y="0"/>
                </a:lnTo>
                <a:close/>
              </a:path>
              <a:path w="70" h="11">
                <a:moveTo>
                  <a:pt x="18" y="0"/>
                </a:moveTo>
                <a:lnTo>
                  <a:pt x="19" y="0"/>
                </a:lnTo>
                <a:lnTo>
                  <a:pt x="19" y="4"/>
                </a:lnTo>
                <a:lnTo>
                  <a:pt x="22" y="4"/>
                </a:lnTo>
                <a:lnTo>
                  <a:pt x="22" y="0"/>
                </a:lnTo>
                <a:lnTo>
                  <a:pt x="23" y="0"/>
                </a:lnTo>
                <a:lnTo>
                  <a:pt x="23" y="10"/>
                </a:lnTo>
                <a:lnTo>
                  <a:pt x="22" y="10"/>
                </a:lnTo>
                <a:lnTo>
                  <a:pt x="22" y="6"/>
                </a:lnTo>
                <a:lnTo>
                  <a:pt x="19" y="6"/>
                </a:lnTo>
                <a:lnTo>
                  <a:pt x="19" y="10"/>
                </a:lnTo>
                <a:lnTo>
                  <a:pt x="18" y="10"/>
                </a:lnTo>
                <a:lnTo>
                  <a:pt x="18" y="0"/>
                </a:lnTo>
                <a:close/>
              </a:path>
              <a:path w="70" h="11">
                <a:moveTo>
                  <a:pt x="26" y="0"/>
                </a:moveTo>
                <a:lnTo>
                  <a:pt x="28" y="0"/>
                </a:lnTo>
                <a:lnTo>
                  <a:pt x="30" y="10"/>
                </a:lnTo>
                <a:lnTo>
                  <a:pt x="29" y="10"/>
                </a:lnTo>
                <a:lnTo>
                  <a:pt x="29" y="8"/>
                </a:lnTo>
                <a:lnTo>
                  <a:pt x="26" y="8"/>
                </a:lnTo>
                <a:lnTo>
                  <a:pt x="25" y="10"/>
                </a:lnTo>
                <a:lnTo>
                  <a:pt x="24" y="10"/>
                </a:lnTo>
                <a:lnTo>
                  <a:pt x="26" y="0"/>
                </a:lnTo>
                <a:close/>
                <a:moveTo>
                  <a:pt x="27" y="1"/>
                </a:moveTo>
                <a:lnTo>
                  <a:pt x="26" y="6"/>
                </a:lnTo>
                <a:lnTo>
                  <a:pt x="28" y="6"/>
                </a:lnTo>
                <a:lnTo>
                  <a:pt x="27" y="1"/>
                </a:lnTo>
                <a:close/>
              </a:path>
              <a:path w="70" h="11">
                <a:moveTo>
                  <a:pt x="31" y="0"/>
                </a:moveTo>
                <a:lnTo>
                  <a:pt x="32" y="0"/>
                </a:lnTo>
                <a:lnTo>
                  <a:pt x="35" y="6"/>
                </a:lnTo>
                <a:cubicBezTo>
                  <a:pt x="35" y="6"/>
                  <a:pt x="35" y="7"/>
                  <a:pt x="35" y="7"/>
                </a:cubicBezTo>
                <a:cubicBezTo>
                  <a:pt x="36" y="7"/>
                  <a:pt x="36" y="8"/>
                  <a:pt x="36" y="8"/>
                </a:cubicBezTo>
                <a:cubicBezTo>
                  <a:pt x="36" y="8"/>
                  <a:pt x="36" y="7"/>
                  <a:pt x="36" y="7"/>
                </a:cubicBezTo>
                <a:cubicBezTo>
                  <a:pt x="36" y="7"/>
                  <a:pt x="36" y="6"/>
                  <a:pt x="36" y="6"/>
                </a:cubicBezTo>
                <a:lnTo>
                  <a:pt x="36" y="0"/>
                </a:lnTo>
                <a:lnTo>
                  <a:pt x="37" y="0"/>
                </a:lnTo>
                <a:lnTo>
                  <a:pt x="37" y="10"/>
                </a:lnTo>
                <a:lnTo>
                  <a:pt x="36" y="10"/>
                </a:lnTo>
                <a:lnTo>
                  <a:pt x="33" y="4"/>
                </a:lnTo>
                <a:cubicBezTo>
                  <a:pt x="33" y="4"/>
                  <a:pt x="33" y="4"/>
                  <a:pt x="33" y="3"/>
                </a:cubicBezTo>
                <a:cubicBezTo>
                  <a:pt x="32" y="3"/>
                  <a:pt x="32" y="2"/>
                  <a:pt x="32" y="2"/>
                </a:cubicBezTo>
                <a:cubicBezTo>
                  <a:pt x="32" y="2"/>
                  <a:pt x="32" y="2"/>
                  <a:pt x="32" y="3"/>
                </a:cubicBezTo>
                <a:cubicBezTo>
                  <a:pt x="32" y="3"/>
                  <a:pt x="32" y="4"/>
                  <a:pt x="32" y="4"/>
                </a:cubicBezTo>
                <a:lnTo>
                  <a:pt x="32" y="10"/>
                </a:lnTo>
                <a:lnTo>
                  <a:pt x="31" y="10"/>
                </a:lnTo>
                <a:lnTo>
                  <a:pt x="31" y="0"/>
                </a:lnTo>
                <a:close/>
              </a:path>
              <a:path w="70" h="11">
                <a:moveTo>
                  <a:pt x="46" y="3"/>
                </a:moveTo>
                <a:lnTo>
                  <a:pt x="45" y="3"/>
                </a:lnTo>
                <a:cubicBezTo>
                  <a:pt x="45" y="3"/>
                  <a:pt x="45" y="2"/>
                  <a:pt x="44" y="2"/>
                </a:cubicBezTo>
                <a:cubicBezTo>
                  <a:pt x="44" y="1"/>
                  <a:pt x="44" y="1"/>
                  <a:pt x="43" y="1"/>
                </a:cubicBezTo>
                <a:cubicBezTo>
                  <a:pt x="43" y="1"/>
                  <a:pt x="42" y="2"/>
                  <a:pt x="42" y="2"/>
                </a:cubicBezTo>
                <a:cubicBezTo>
                  <a:pt x="42" y="3"/>
                  <a:pt x="42" y="4"/>
                  <a:pt x="42" y="5"/>
                </a:cubicBezTo>
                <a:cubicBezTo>
                  <a:pt x="42" y="7"/>
                  <a:pt x="42" y="8"/>
                  <a:pt x="42" y="8"/>
                </a:cubicBezTo>
                <a:cubicBezTo>
                  <a:pt x="42" y="9"/>
                  <a:pt x="43" y="9"/>
                  <a:pt x="43" y="9"/>
                </a:cubicBezTo>
                <a:cubicBezTo>
                  <a:pt x="44" y="9"/>
                  <a:pt x="44" y="9"/>
                  <a:pt x="45" y="9"/>
                </a:cubicBezTo>
                <a:cubicBezTo>
                  <a:pt x="45" y="8"/>
                  <a:pt x="45" y="8"/>
                  <a:pt x="45" y="7"/>
                </a:cubicBezTo>
                <a:lnTo>
                  <a:pt x="46" y="8"/>
                </a:lnTo>
                <a:cubicBezTo>
                  <a:pt x="46" y="9"/>
                  <a:pt x="46" y="9"/>
                  <a:pt x="45" y="10"/>
                </a:cubicBezTo>
                <a:cubicBezTo>
                  <a:pt x="45" y="10"/>
                  <a:pt x="44" y="11"/>
                  <a:pt x="43" y="11"/>
                </a:cubicBezTo>
                <a:cubicBezTo>
                  <a:pt x="42" y="11"/>
                  <a:pt x="42" y="10"/>
                  <a:pt x="41" y="9"/>
                </a:cubicBezTo>
                <a:cubicBezTo>
                  <a:pt x="41" y="8"/>
                  <a:pt x="40" y="7"/>
                  <a:pt x="40" y="5"/>
                </a:cubicBezTo>
                <a:cubicBezTo>
                  <a:pt x="40" y="4"/>
                  <a:pt x="41" y="2"/>
                  <a:pt x="41" y="1"/>
                </a:cubicBezTo>
                <a:cubicBezTo>
                  <a:pt x="42" y="0"/>
                  <a:pt x="43" y="0"/>
                  <a:pt x="43" y="0"/>
                </a:cubicBezTo>
                <a:cubicBezTo>
                  <a:pt x="44" y="0"/>
                  <a:pt x="45" y="0"/>
                  <a:pt x="45" y="1"/>
                </a:cubicBezTo>
                <a:cubicBezTo>
                  <a:pt x="46" y="1"/>
                  <a:pt x="46" y="2"/>
                  <a:pt x="46" y="3"/>
                </a:cubicBezTo>
                <a:close/>
              </a:path>
              <a:path w="70" h="11">
                <a:moveTo>
                  <a:pt x="47" y="0"/>
                </a:moveTo>
                <a:lnTo>
                  <a:pt x="48" y="0"/>
                </a:lnTo>
                <a:lnTo>
                  <a:pt x="48" y="4"/>
                </a:lnTo>
                <a:lnTo>
                  <a:pt x="52" y="4"/>
                </a:lnTo>
                <a:lnTo>
                  <a:pt x="52" y="0"/>
                </a:lnTo>
                <a:lnTo>
                  <a:pt x="53" y="0"/>
                </a:lnTo>
                <a:lnTo>
                  <a:pt x="53" y="10"/>
                </a:lnTo>
                <a:lnTo>
                  <a:pt x="52" y="10"/>
                </a:lnTo>
                <a:lnTo>
                  <a:pt x="52" y="6"/>
                </a:lnTo>
                <a:lnTo>
                  <a:pt x="48" y="6"/>
                </a:lnTo>
                <a:lnTo>
                  <a:pt x="48" y="10"/>
                </a:lnTo>
                <a:lnTo>
                  <a:pt x="47" y="10"/>
                </a:lnTo>
                <a:lnTo>
                  <a:pt x="47" y="0"/>
                </a:lnTo>
                <a:close/>
              </a:path>
              <a:path w="70" h="11">
                <a:moveTo>
                  <a:pt x="55" y="0"/>
                </a:moveTo>
                <a:lnTo>
                  <a:pt x="56" y="0"/>
                </a:lnTo>
                <a:lnTo>
                  <a:pt x="56" y="10"/>
                </a:lnTo>
                <a:lnTo>
                  <a:pt x="55" y="10"/>
                </a:lnTo>
                <a:lnTo>
                  <a:pt x="55" y="0"/>
                </a:lnTo>
                <a:close/>
              </a:path>
              <a:path w="70" h="11">
                <a:moveTo>
                  <a:pt x="57" y="0"/>
                </a:moveTo>
                <a:lnTo>
                  <a:pt x="59" y="0"/>
                </a:lnTo>
                <a:lnTo>
                  <a:pt x="61" y="6"/>
                </a:lnTo>
                <a:cubicBezTo>
                  <a:pt x="61" y="6"/>
                  <a:pt x="61" y="7"/>
                  <a:pt x="62" y="7"/>
                </a:cubicBezTo>
                <a:cubicBezTo>
                  <a:pt x="62" y="7"/>
                  <a:pt x="62" y="8"/>
                  <a:pt x="62" y="8"/>
                </a:cubicBezTo>
                <a:cubicBezTo>
                  <a:pt x="62" y="8"/>
                  <a:pt x="62" y="7"/>
                  <a:pt x="62" y="7"/>
                </a:cubicBezTo>
                <a:cubicBezTo>
                  <a:pt x="62" y="7"/>
                  <a:pt x="62" y="6"/>
                  <a:pt x="62" y="6"/>
                </a:cubicBezTo>
                <a:lnTo>
                  <a:pt x="62" y="0"/>
                </a:lnTo>
                <a:lnTo>
                  <a:pt x="63" y="0"/>
                </a:lnTo>
                <a:lnTo>
                  <a:pt x="63" y="10"/>
                </a:lnTo>
                <a:lnTo>
                  <a:pt x="62" y="10"/>
                </a:lnTo>
                <a:lnTo>
                  <a:pt x="59" y="4"/>
                </a:lnTo>
                <a:cubicBezTo>
                  <a:pt x="59" y="4"/>
                  <a:pt x="59" y="4"/>
                  <a:pt x="59" y="3"/>
                </a:cubicBezTo>
                <a:cubicBezTo>
                  <a:pt x="59" y="3"/>
                  <a:pt x="59" y="2"/>
                  <a:pt x="58" y="2"/>
                </a:cubicBezTo>
                <a:cubicBezTo>
                  <a:pt x="58" y="2"/>
                  <a:pt x="58" y="2"/>
                  <a:pt x="58" y="3"/>
                </a:cubicBezTo>
                <a:cubicBezTo>
                  <a:pt x="58" y="3"/>
                  <a:pt x="58" y="4"/>
                  <a:pt x="58" y="4"/>
                </a:cubicBezTo>
                <a:lnTo>
                  <a:pt x="58" y="10"/>
                </a:lnTo>
                <a:lnTo>
                  <a:pt x="57" y="10"/>
                </a:lnTo>
                <a:lnTo>
                  <a:pt x="57" y="0"/>
                </a:lnTo>
                <a:close/>
              </a:path>
              <a:path w="70" h="11">
                <a:moveTo>
                  <a:pt x="66" y="0"/>
                </a:moveTo>
                <a:lnTo>
                  <a:pt x="68" y="0"/>
                </a:lnTo>
                <a:lnTo>
                  <a:pt x="70" y="10"/>
                </a:lnTo>
                <a:lnTo>
                  <a:pt x="69" y="10"/>
                </a:lnTo>
                <a:lnTo>
                  <a:pt x="68" y="8"/>
                </a:lnTo>
                <a:lnTo>
                  <a:pt x="66" y="8"/>
                </a:lnTo>
                <a:lnTo>
                  <a:pt x="65" y="10"/>
                </a:lnTo>
                <a:lnTo>
                  <a:pt x="64" y="10"/>
                </a:lnTo>
                <a:lnTo>
                  <a:pt x="66" y="0"/>
                </a:lnTo>
                <a:close/>
                <a:moveTo>
                  <a:pt x="67" y="1"/>
                </a:moveTo>
                <a:lnTo>
                  <a:pt x="66" y="6"/>
                </a:lnTo>
                <a:lnTo>
                  <a:pt x="68" y="6"/>
                </a:lnTo>
                <a:lnTo>
                  <a:pt x="67" y="1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5" name="Freeform 12"/>
          <p:cNvSpPr>
            <a:spLocks noGrp="1"/>
          </p:cNvSpPr>
          <p:nvPr/>
        </p:nvSpPr>
        <p:spPr>
          <a:xfrm>
            <a:off x="9914890" y="411480"/>
            <a:ext cx="297180" cy="30480"/>
          </a:xfrm>
          <a:custGeom>
            <a:avLst/>
            <a:gdLst/>
            <a:ahLst/>
            <a:cxnLst/>
            <a:rect l="l" t="t" r="r" b="b"/>
            <a:pathLst>
              <a:path w="192" h="20">
                <a:moveTo>
                  <a:pt x="0" y="0"/>
                </a:moveTo>
                <a:lnTo>
                  <a:pt x="192" y="0"/>
                </a:lnTo>
                <a:cubicBezTo>
                  <a:pt x="189" y="7"/>
                  <a:pt x="184" y="13"/>
                  <a:pt x="177" y="20"/>
                </a:cubicBezTo>
                <a:lnTo>
                  <a:pt x="14" y="19"/>
                </a:lnTo>
                <a:cubicBezTo>
                  <a:pt x="7" y="15"/>
                  <a:pt x="3" y="8"/>
                  <a:pt x="0" y="0"/>
                </a:cubicBezTo>
                <a:close/>
                <a:moveTo>
                  <a:pt x="39" y="4"/>
                </a:moveTo>
                <a:cubicBezTo>
                  <a:pt x="39" y="4"/>
                  <a:pt x="39" y="5"/>
                  <a:pt x="38" y="5"/>
                </a:cubicBezTo>
                <a:cubicBezTo>
                  <a:pt x="38" y="5"/>
                  <a:pt x="38" y="5"/>
                  <a:pt x="38" y="6"/>
                </a:cubicBezTo>
                <a:cubicBezTo>
                  <a:pt x="38" y="7"/>
                  <a:pt x="38" y="7"/>
                  <a:pt x="38" y="8"/>
                </a:cubicBezTo>
                <a:cubicBezTo>
                  <a:pt x="38" y="8"/>
                  <a:pt x="38" y="9"/>
                  <a:pt x="38" y="9"/>
                </a:cubicBezTo>
                <a:cubicBezTo>
                  <a:pt x="38" y="10"/>
                  <a:pt x="38" y="11"/>
                  <a:pt x="38" y="12"/>
                </a:cubicBezTo>
                <a:lnTo>
                  <a:pt x="38" y="14"/>
                </a:lnTo>
                <a:cubicBezTo>
                  <a:pt x="38" y="15"/>
                  <a:pt x="38" y="16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8" y="17"/>
                </a:cubicBezTo>
                <a:cubicBezTo>
                  <a:pt x="38" y="17"/>
                  <a:pt x="38" y="17"/>
                  <a:pt x="37" y="17"/>
                </a:cubicBezTo>
                <a:cubicBezTo>
                  <a:pt x="37" y="17"/>
                  <a:pt x="36" y="17"/>
                  <a:pt x="36" y="17"/>
                </a:cubicBezTo>
                <a:cubicBezTo>
                  <a:pt x="35" y="16"/>
                  <a:pt x="35" y="16"/>
                  <a:pt x="35" y="16"/>
                </a:cubicBezTo>
                <a:cubicBezTo>
                  <a:pt x="34" y="16"/>
                  <a:pt x="34" y="16"/>
                  <a:pt x="34" y="16"/>
                </a:cubicBezTo>
                <a:cubicBezTo>
                  <a:pt x="34" y="16"/>
                  <a:pt x="34" y="15"/>
                  <a:pt x="34" y="15"/>
                </a:cubicBezTo>
                <a:cubicBezTo>
                  <a:pt x="34" y="15"/>
                  <a:pt x="34" y="15"/>
                  <a:pt x="34" y="15"/>
                </a:cubicBezTo>
                <a:cubicBezTo>
                  <a:pt x="35" y="15"/>
                  <a:pt x="35" y="15"/>
                  <a:pt x="36" y="15"/>
                </a:cubicBezTo>
                <a:cubicBezTo>
                  <a:pt x="36" y="15"/>
                  <a:pt x="36" y="15"/>
                  <a:pt x="36" y="15"/>
                </a:cubicBezTo>
                <a:cubicBezTo>
                  <a:pt x="37" y="15"/>
                  <a:pt x="37" y="15"/>
                  <a:pt x="37" y="15"/>
                </a:cubicBezTo>
                <a:cubicBezTo>
                  <a:pt x="37" y="15"/>
                  <a:pt x="37" y="15"/>
                  <a:pt x="37" y="14"/>
                </a:cubicBezTo>
                <a:cubicBezTo>
                  <a:pt x="37" y="14"/>
                  <a:pt x="37" y="13"/>
                  <a:pt x="37" y="12"/>
                </a:cubicBezTo>
                <a:cubicBezTo>
                  <a:pt x="36" y="11"/>
                  <a:pt x="36" y="10"/>
                  <a:pt x="36" y="8"/>
                </a:cubicBezTo>
                <a:lnTo>
                  <a:pt x="36" y="6"/>
                </a:lnTo>
                <a:cubicBezTo>
                  <a:pt x="36" y="5"/>
                  <a:pt x="36" y="5"/>
                  <a:pt x="36" y="5"/>
                </a:cubicBezTo>
                <a:cubicBezTo>
                  <a:pt x="35" y="5"/>
                  <a:pt x="35" y="5"/>
                  <a:pt x="35" y="5"/>
                </a:cubicBezTo>
                <a:cubicBezTo>
                  <a:pt x="34" y="5"/>
                  <a:pt x="34" y="5"/>
                  <a:pt x="34" y="6"/>
                </a:cubicBezTo>
                <a:cubicBezTo>
                  <a:pt x="34" y="6"/>
                  <a:pt x="34" y="6"/>
                  <a:pt x="34" y="6"/>
                </a:cubicBezTo>
                <a:cubicBezTo>
                  <a:pt x="34" y="7"/>
                  <a:pt x="34" y="7"/>
                  <a:pt x="34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5" y="7"/>
                  <a:pt x="35" y="7"/>
                  <a:pt x="35" y="7"/>
                </a:cubicBezTo>
                <a:cubicBezTo>
                  <a:pt x="36" y="7"/>
                  <a:pt x="36" y="7"/>
                  <a:pt x="36" y="7"/>
                </a:cubicBezTo>
                <a:cubicBezTo>
                  <a:pt x="36" y="7"/>
                  <a:pt x="36" y="7"/>
                  <a:pt x="35" y="7"/>
                </a:cubicBezTo>
                <a:cubicBezTo>
                  <a:pt x="35" y="7"/>
                  <a:pt x="35" y="8"/>
                  <a:pt x="35" y="8"/>
                </a:cubicBezTo>
                <a:cubicBezTo>
                  <a:pt x="34" y="8"/>
                  <a:pt x="34" y="8"/>
                  <a:pt x="34" y="8"/>
                </a:cubicBezTo>
                <a:cubicBezTo>
                  <a:pt x="34" y="8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4" y="9"/>
                  <a:pt x="34" y="9"/>
                </a:cubicBezTo>
                <a:cubicBezTo>
                  <a:pt x="34" y="9"/>
                  <a:pt x="35" y="9"/>
                  <a:pt x="35" y="9"/>
                </a:cubicBezTo>
                <a:cubicBezTo>
                  <a:pt x="35" y="9"/>
                  <a:pt x="35" y="9"/>
                  <a:pt x="35" y="9"/>
                </a:cubicBezTo>
                <a:cubicBezTo>
                  <a:pt x="36" y="9"/>
                  <a:pt x="36" y="9"/>
                  <a:pt x="36" y="9"/>
                </a:cubicBezTo>
                <a:cubicBezTo>
                  <a:pt x="36" y="9"/>
                  <a:pt x="36" y="10"/>
                  <a:pt x="36" y="10"/>
                </a:cubicBezTo>
                <a:cubicBezTo>
                  <a:pt x="36" y="10"/>
                  <a:pt x="36" y="10"/>
                  <a:pt x="36" y="10"/>
                </a:cubicBezTo>
                <a:cubicBezTo>
                  <a:pt x="36" y="10"/>
                  <a:pt x="35" y="10"/>
                  <a:pt x="35" y="11"/>
                </a:cubicBezTo>
                <a:cubicBezTo>
                  <a:pt x="35" y="11"/>
                  <a:pt x="35" y="11"/>
                  <a:pt x="34" y="11"/>
                </a:cubicBezTo>
                <a:cubicBezTo>
                  <a:pt x="34" y="11"/>
                  <a:pt x="33" y="12"/>
                  <a:pt x="33" y="12"/>
                </a:cubicBezTo>
                <a:cubicBezTo>
                  <a:pt x="33" y="12"/>
                  <a:pt x="33" y="12"/>
                  <a:pt x="33" y="12"/>
                </a:cubicBezTo>
                <a:cubicBezTo>
                  <a:pt x="32" y="13"/>
                  <a:pt x="32" y="14"/>
                  <a:pt x="32" y="14"/>
                </a:cubicBezTo>
                <a:cubicBezTo>
                  <a:pt x="32" y="14"/>
                  <a:pt x="32" y="15"/>
                  <a:pt x="32" y="15"/>
                </a:cubicBezTo>
                <a:cubicBezTo>
                  <a:pt x="32" y="15"/>
                  <a:pt x="32" y="15"/>
                  <a:pt x="32" y="15"/>
                </a:cubicBezTo>
                <a:cubicBezTo>
                  <a:pt x="32" y="15"/>
                  <a:pt x="32" y="16"/>
                  <a:pt x="31" y="16"/>
                </a:cubicBezTo>
                <a:cubicBezTo>
                  <a:pt x="31" y="16"/>
                  <a:pt x="31" y="16"/>
                  <a:pt x="30" y="16"/>
                </a:cubicBezTo>
                <a:cubicBezTo>
                  <a:pt x="30" y="16"/>
                  <a:pt x="30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29" y="16"/>
                  <a:pt x="29" y="16"/>
                  <a:pt x="29" y="16"/>
                </a:cubicBezTo>
                <a:cubicBezTo>
                  <a:pt x="30" y="15"/>
                  <a:pt x="30" y="15"/>
                  <a:pt x="31" y="15"/>
                </a:cubicBezTo>
                <a:cubicBezTo>
                  <a:pt x="31" y="15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0" y="14"/>
                  <a:pt x="29" y="13"/>
                  <a:pt x="29" y="13"/>
                </a:cubicBezTo>
                <a:cubicBezTo>
                  <a:pt x="28" y="13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8" y="12"/>
                  <a:pt x="28" y="12"/>
                  <a:pt x="28" y="12"/>
                </a:cubicBezTo>
                <a:cubicBezTo>
                  <a:pt x="29" y="13"/>
                  <a:pt x="29" y="13"/>
                  <a:pt x="30" y="13"/>
                </a:cubicBezTo>
                <a:cubicBezTo>
                  <a:pt x="30" y="13"/>
                  <a:pt x="30" y="13"/>
                  <a:pt x="30" y="12"/>
                </a:cubicBezTo>
                <a:lnTo>
                  <a:pt x="30" y="11"/>
                </a:lnTo>
                <a:cubicBezTo>
                  <a:pt x="30" y="11"/>
                  <a:pt x="30" y="11"/>
                  <a:pt x="30" y="11"/>
                </a:cubicBezTo>
                <a:cubicBezTo>
                  <a:pt x="30" y="11"/>
                  <a:pt x="30" y="11"/>
                  <a:pt x="29" y="11"/>
                </a:cubicBezTo>
                <a:cubicBezTo>
                  <a:pt x="29" y="11"/>
                  <a:pt x="29" y="12"/>
                  <a:pt x="28" y="12"/>
                </a:cubicBezTo>
                <a:cubicBezTo>
                  <a:pt x="28" y="12"/>
                  <a:pt x="28" y="13"/>
                  <a:pt x="27" y="13"/>
                </a:cubicBezTo>
                <a:cubicBezTo>
                  <a:pt x="27" y="14"/>
                  <a:pt x="26" y="14"/>
                  <a:pt x="26" y="14"/>
                </a:cubicBezTo>
                <a:cubicBezTo>
                  <a:pt x="26" y="14"/>
                  <a:pt x="26" y="14"/>
                  <a:pt x="26" y="14"/>
                </a:cubicBezTo>
                <a:cubicBezTo>
                  <a:pt x="26" y="14"/>
                  <a:pt x="25" y="14"/>
                  <a:pt x="25" y="14"/>
                </a:cubicBezTo>
                <a:cubicBezTo>
                  <a:pt x="25" y="14"/>
                  <a:pt x="25" y="13"/>
                  <a:pt x="25" y="13"/>
                </a:cubicBezTo>
                <a:cubicBezTo>
                  <a:pt x="25" y="13"/>
                  <a:pt x="25" y="13"/>
                  <a:pt x="25" y="13"/>
                </a:cubicBezTo>
                <a:cubicBezTo>
                  <a:pt x="25" y="13"/>
                  <a:pt x="26" y="13"/>
                  <a:pt x="26" y="12"/>
                </a:cubicBezTo>
                <a:cubicBezTo>
                  <a:pt x="26" y="12"/>
                  <a:pt x="26" y="12"/>
                  <a:pt x="27" y="12"/>
                </a:cubicBezTo>
                <a:cubicBezTo>
                  <a:pt x="27" y="12"/>
                  <a:pt x="27" y="12"/>
                  <a:pt x="27" y="11"/>
                </a:cubicBezTo>
                <a:cubicBezTo>
                  <a:pt x="26" y="10"/>
                  <a:pt x="26" y="9"/>
                  <a:pt x="26" y="9"/>
                </a:cubicBezTo>
                <a:lnTo>
                  <a:pt x="26" y="7"/>
                </a:lnTo>
                <a:lnTo>
                  <a:pt x="26" y="6"/>
                </a:lnTo>
                <a:cubicBezTo>
                  <a:pt x="26" y="6"/>
                  <a:pt x="27" y="6"/>
                  <a:pt x="27" y="6"/>
                </a:cubicBezTo>
                <a:cubicBezTo>
                  <a:pt x="27" y="6"/>
                  <a:pt x="27" y="5"/>
                  <a:pt x="28" y="5"/>
                </a:cubicBezTo>
                <a:cubicBezTo>
                  <a:pt x="28" y="5"/>
                  <a:pt x="28" y="5"/>
                  <a:pt x="29" y="5"/>
                </a:cubicBezTo>
                <a:cubicBezTo>
                  <a:pt x="30" y="5"/>
                  <a:pt x="30" y="5"/>
                  <a:pt x="30" y="5"/>
                </a:cubicBezTo>
                <a:cubicBezTo>
                  <a:pt x="31" y="5"/>
                  <a:pt x="31" y="5"/>
                  <a:pt x="31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5"/>
                  <a:pt x="32" y="5"/>
                  <a:pt x="32" y="5"/>
                </a:cubicBezTo>
                <a:cubicBezTo>
                  <a:pt x="32" y="6"/>
                  <a:pt x="32" y="6"/>
                  <a:pt x="31" y="6"/>
                </a:cubicBezTo>
                <a:cubicBezTo>
                  <a:pt x="31" y="6"/>
                  <a:pt x="31" y="7"/>
                  <a:pt x="31" y="7"/>
                </a:cubicBezTo>
                <a:cubicBezTo>
                  <a:pt x="31" y="7"/>
                  <a:pt x="31" y="8"/>
                  <a:pt x="31" y="8"/>
                </a:cubicBezTo>
                <a:cubicBezTo>
                  <a:pt x="31" y="8"/>
                  <a:pt x="31" y="9"/>
                  <a:pt x="31" y="10"/>
                </a:cubicBezTo>
                <a:cubicBezTo>
                  <a:pt x="31" y="11"/>
                  <a:pt x="31" y="11"/>
                  <a:pt x="31" y="11"/>
                </a:cubicBezTo>
                <a:cubicBezTo>
                  <a:pt x="31" y="12"/>
                  <a:pt x="31" y="12"/>
                  <a:pt x="31" y="12"/>
                </a:cubicBezTo>
                <a:cubicBezTo>
                  <a:pt x="31" y="13"/>
                  <a:pt x="31" y="13"/>
                  <a:pt x="31" y="13"/>
                </a:cubicBezTo>
                <a:cubicBezTo>
                  <a:pt x="31" y="13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1" y="14"/>
                  <a:pt x="31" y="14"/>
                </a:cubicBezTo>
                <a:cubicBezTo>
                  <a:pt x="31" y="14"/>
                  <a:pt x="32" y="13"/>
                  <a:pt x="32" y="12"/>
                </a:cubicBezTo>
                <a:cubicBezTo>
                  <a:pt x="32" y="12"/>
                  <a:pt x="32" y="11"/>
                  <a:pt x="33" y="10"/>
                </a:cubicBezTo>
                <a:cubicBezTo>
                  <a:pt x="33" y="8"/>
                  <a:pt x="33" y="6"/>
                  <a:pt x="33" y="6"/>
                </a:cubicBezTo>
                <a:cubicBezTo>
                  <a:pt x="33" y="5"/>
                  <a:pt x="33" y="5"/>
                  <a:pt x="33" y="5"/>
                </a:cubicBezTo>
                <a:cubicBezTo>
                  <a:pt x="33" y="5"/>
                  <a:pt x="33" y="4"/>
                  <a:pt x="34" y="4"/>
                </a:cubicBezTo>
                <a:cubicBezTo>
                  <a:pt x="34" y="4"/>
                  <a:pt x="34" y="4"/>
                  <a:pt x="34" y="4"/>
                </a:cubicBezTo>
                <a:cubicBezTo>
                  <a:pt x="35" y="4"/>
                  <a:pt x="35" y="4"/>
                  <a:pt x="35" y="4"/>
                </a:cubicBezTo>
                <a:cubicBezTo>
                  <a:pt x="35" y="4"/>
                  <a:pt x="36" y="4"/>
                  <a:pt x="36" y="4"/>
                </a:cubicBezTo>
                <a:cubicBezTo>
                  <a:pt x="36" y="4"/>
                  <a:pt x="37" y="4"/>
                  <a:pt x="37" y="4"/>
                </a:cubicBezTo>
                <a:cubicBezTo>
                  <a:pt x="37" y="4"/>
                  <a:pt x="37" y="4"/>
                  <a:pt x="38" y="4"/>
                </a:cubicBezTo>
                <a:cubicBezTo>
                  <a:pt x="38" y="4"/>
                  <a:pt x="38" y="4"/>
                  <a:pt x="38" y="4"/>
                </a:cubicBezTo>
                <a:cubicBezTo>
                  <a:pt x="39" y="4"/>
                  <a:pt x="39" y="4"/>
                  <a:pt x="39" y="4"/>
                </a:cubicBezTo>
                <a:close/>
                <a:moveTo>
                  <a:pt x="52" y="6"/>
                </a:moveTo>
                <a:cubicBezTo>
                  <a:pt x="52" y="6"/>
                  <a:pt x="53" y="6"/>
                  <a:pt x="53" y="6"/>
                </a:cubicBezTo>
                <a:cubicBezTo>
                  <a:pt x="53" y="6"/>
                  <a:pt x="54" y="6"/>
                  <a:pt x="54" y="6"/>
                </a:cubicBezTo>
                <a:cubicBezTo>
                  <a:pt x="54" y="7"/>
                  <a:pt x="55" y="7"/>
                  <a:pt x="55" y="7"/>
                </a:cubicBezTo>
                <a:cubicBezTo>
                  <a:pt x="55" y="7"/>
                  <a:pt x="55" y="7"/>
                  <a:pt x="55" y="7"/>
                </a:cubicBezTo>
                <a:cubicBezTo>
                  <a:pt x="55" y="7"/>
                  <a:pt x="55" y="7"/>
                  <a:pt x="54" y="7"/>
                </a:cubicBezTo>
                <a:cubicBezTo>
                  <a:pt x="54" y="8"/>
                  <a:pt x="54" y="8"/>
                  <a:pt x="54" y="8"/>
                </a:cubicBezTo>
                <a:cubicBezTo>
                  <a:pt x="54" y="9"/>
                  <a:pt x="54" y="9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3" y="10"/>
                  <a:pt x="53" y="10"/>
                  <a:pt x="53" y="10"/>
                </a:cubicBezTo>
                <a:cubicBezTo>
                  <a:pt x="52" y="10"/>
                  <a:pt x="52" y="10"/>
                  <a:pt x="52" y="10"/>
                </a:cubicBezTo>
                <a:cubicBezTo>
                  <a:pt x="52" y="10"/>
                  <a:pt x="51" y="10"/>
                  <a:pt x="51" y="10"/>
                </a:cubicBezTo>
                <a:cubicBezTo>
                  <a:pt x="51" y="10"/>
                  <a:pt x="51" y="10"/>
                  <a:pt x="50" y="10"/>
                </a:cubicBezTo>
                <a:cubicBezTo>
                  <a:pt x="50" y="10"/>
                  <a:pt x="49" y="10"/>
                  <a:pt x="49" y="10"/>
                </a:cubicBezTo>
                <a:cubicBezTo>
                  <a:pt x="49" y="11"/>
                  <a:pt x="48" y="11"/>
                  <a:pt x="48" y="11"/>
                </a:cubicBezTo>
                <a:cubicBezTo>
                  <a:pt x="48" y="11"/>
                  <a:pt x="48" y="10"/>
                  <a:pt x="48" y="10"/>
                </a:cubicBezTo>
                <a:cubicBezTo>
                  <a:pt x="47" y="10"/>
                  <a:pt x="47" y="9"/>
                  <a:pt x="47" y="9"/>
                </a:cubicBezTo>
                <a:cubicBezTo>
                  <a:pt x="46" y="8"/>
                  <a:pt x="46" y="8"/>
                  <a:pt x="46" y="8"/>
                </a:cubicBezTo>
                <a:cubicBezTo>
                  <a:pt x="46" y="8"/>
                  <a:pt x="46" y="7"/>
                  <a:pt x="47" y="7"/>
                </a:cubicBezTo>
                <a:cubicBezTo>
                  <a:pt x="47" y="7"/>
                  <a:pt x="47" y="7"/>
                  <a:pt x="48" y="7"/>
                </a:cubicBezTo>
                <a:cubicBezTo>
                  <a:pt x="49" y="7"/>
                  <a:pt x="49" y="7"/>
                  <a:pt x="49" y="6"/>
                </a:cubicBezTo>
                <a:cubicBezTo>
                  <a:pt x="49" y="6"/>
                  <a:pt x="49" y="6"/>
                  <a:pt x="49" y="6"/>
                </a:cubicBezTo>
                <a:cubicBezTo>
                  <a:pt x="48" y="6"/>
                  <a:pt x="48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7" y="6"/>
                  <a:pt x="47" y="6"/>
                  <a:pt x="47" y="6"/>
                </a:cubicBezTo>
                <a:cubicBezTo>
                  <a:pt x="46" y="6"/>
                  <a:pt x="46" y="5"/>
                  <a:pt x="46" y="5"/>
                </a:cubicBezTo>
                <a:cubicBezTo>
                  <a:pt x="46" y="5"/>
                  <a:pt x="46" y="5"/>
                  <a:pt x="47" y="5"/>
                </a:cubicBezTo>
                <a:cubicBezTo>
                  <a:pt x="47" y="5"/>
                  <a:pt x="47" y="5"/>
                  <a:pt x="47" y="5"/>
                </a:cubicBezTo>
                <a:cubicBezTo>
                  <a:pt x="48" y="5"/>
                  <a:pt x="49" y="5"/>
                  <a:pt x="49" y="4"/>
                </a:cubicBezTo>
                <a:cubicBezTo>
                  <a:pt x="49" y="4"/>
                  <a:pt x="49" y="4"/>
                  <a:pt x="49" y="3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0" y="2"/>
                  <a:pt x="50" y="2"/>
                  <a:pt x="50" y="2"/>
                </a:cubicBezTo>
                <a:cubicBezTo>
                  <a:pt x="51" y="2"/>
                  <a:pt x="51" y="2"/>
                  <a:pt x="51" y="2"/>
                </a:cubicBezTo>
                <a:cubicBezTo>
                  <a:pt x="51" y="2"/>
                  <a:pt x="51" y="2"/>
                  <a:pt x="51" y="3"/>
                </a:cubicBezTo>
                <a:cubicBezTo>
                  <a:pt x="50" y="3"/>
                  <a:pt x="50" y="3"/>
                  <a:pt x="50" y="4"/>
                </a:cubicBezTo>
                <a:cubicBezTo>
                  <a:pt x="50" y="4"/>
                  <a:pt x="51" y="4"/>
                  <a:pt x="51" y="4"/>
                </a:cubicBezTo>
                <a:cubicBezTo>
                  <a:pt x="51" y="4"/>
                  <a:pt x="51" y="4"/>
                  <a:pt x="52" y="4"/>
                </a:cubicBezTo>
                <a:cubicBezTo>
                  <a:pt x="52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3" y="4"/>
                  <a:pt x="53" y="4"/>
                  <a:pt x="53" y="4"/>
                </a:cubicBezTo>
                <a:cubicBezTo>
                  <a:pt x="54" y="4"/>
                  <a:pt x="54" y="5"/>
                  <a:pt x="54" y="5"/>
                </a:cubicBezTo>
                <a:cubicBezTo>
                  <a:pt x="54" y="5"/>
                  <a:pt x="54" y="5"/>
                  <a:pt x="54" y="5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5"/>
                  <a:pt x="53" y="5"/>
                  <a:pt x="52" y="5"/>
                </a:cubicBezTo>
                <a:cubicBezTo>
                  <a:pt x="52" y="5"/>
                  <a:pt x="51" y="5"/>
                  <a:pt x="51" y="5"/>
                </a:cubicBezTo>
                <a:lnTo>
                  <a:pt x="50" y="6"/>
                </a:lnTo>
                <a:cubicBezTo>
                  <a:pt x="50" y="6"/>
                  <a:pt x="50" y="6"/>
                  <a:pt x="50" y="6"/>
                </a:cubicBezTo>
                <a:cubicBezTo>
                  <a:pt x="50" y="6"/>
                  <a:pt x="50" y="6"/>
                  <a:pt x="51" y="6"/>
                </a:cubicBezTo>
                <a:cubicBezTo>
                  <a:pt x="51" y="6"/>
                  <a:pt x="51" y="6"/>
                  <a:pt x="52" y="6"/>
                </a:cubicBezTo>
                <a:close/>
                <a:moveTo>
                  <a:pt x="45" y="3"/>
                </a:moveTo>
                <a:cubicBezTo>
                  <a:pt x="45" y="3"/>
                  <a:pt x="45" y="3"/>
                  <a:pt x="46" y="4"/>
                </a:cubicBezTo>
                <a:cubicBezTo>
                  <a:pt x="46" y="4"/>
                  <a:pt x="46" y="4"/>
                  <a:pt x="46" y="4"/>
                </a:cubicBezTo>
                <a:cubicBezTo>
                  <a:pt x="46" y="4"/>
                  <a:pt x="46" y="5"/>
                  <a:pt x="45" y="5"/>
                </a:cubicBezTo>
                <a:cubicBezTo>
                  <a:pt x="45" y="6"/>
                  <a:pt x="44" y="6"/>
                  <a:pt x="44" y="6"/>
                </a:cubicBezTo>
                <a:cubicBezTo>
                  <a:pt x="44" y="7"/>
                  <a:pt x="44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3" y="7"/>
                  <a:pt x="43" y="6"/>
                  <a:pt x="43" y="6"/>
                </a:cubicBezTo>
                <a:cubicBezTo>
                  <a:pt x="43" y="6"/>
                  <a:pt x="44" y="5"/>
                  <a:pt x="44" y="4"/>
                </a:cubicBezTo>
                <a:cubicBezTo>
                  <a:pt x="44" y="4"/>
                  <a:pt x="45" y="3"/>
                  <a:pt x="45" y="3"/>
                </a:cubicBezTo>
                <a:cubicBezTo>
                  <a:pt x="45" y="3"/>
                  <a:pt x="45" y="3"/>
                  <a:pt x="45" y="3"/>
                </a:cubicBezTo>
                <a:close/>
                <a:moveTo>
                  <a:pt x="45" y="6"/>
                </a:moveTo>
                <a:cubicBezTo>
                  <a:pt x="45" y="6"/>
                  <a:pt x="45" y="6"/>
                  <a:pt x="46" y="7"/>
                </a:cubicBezTo>
                <a:cubicBezTo>
                  <a:pt x="46" y="7"/>
                  <a:pt x="46" y="7"/>
                  <a:pt x="46" y="7"/>
                </a:cubicBezTo>
                <a:cubicBezTo>
                  <a:pt x="46" y="7"/>
                  <a:pt x="46" y="8"/>
                  <a:pt x="45" y="8"/>
                </a:cubicBezTo>
                <a:cubicBezTo>
                  <a:pt x="45" y="9"/>
                  <a:pt x="44" y="9"/>
                  <a:pt x="44" y="9"/>
                </a:cubicBezTo>
                <a:cubicBezTo>
                  <a:pt x="44" y="9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4" y="10"/>
                  <a:pt x="44" y="10"/>
                  <a:pt x="44" y="10"/>
                </a:cubicBezTo>
                <a:cubicBezTo>
                  <a:pt x="45" y="10"/>
                  <a:pt x="45" y="11"/>
                  <a:pt x="45" y="11"/>
                </a:cubicBezTo>
                <a:cubicBezTo>
                  <a:pt x="45" y="11"/>
                  <a:pt x="45" y="11"/>
                  <a:pt x="45" y="11"/>
                </a:cubicBezTo>
                <a:cubicBezTo>
                  <a:pt x="45" y="11"/>
                  <a:pt x="45" y="11"/>
                  <a:pt x="45" y="12"/>
                </a:cubicBezTo>
                <a:cubicBezTo>
                  <a:pt x="45" y="12"/>
                  <a:pt x="45" y="12"/>
                  <a:pt x="45" y="13"/>
                </a:cubicBezTo>
                <a:cubicBezTo>
                  <a:pt x="45" y="14"/>
                  <a:pt x="45" y="14"/>
                  <a:pt x="45" y="14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6"/>
                  <a:pt x="45" y="16"/>
                </a:cubicBezTo>
                <a:cubicBezTo>
                  <a:pt x="45" y="16"/>
                  <a:pt x="45" y="16"/>
                  <a:pt x="44" y="16"/>
                </a:cubicBezTo>
                <a:cubicBezTo>
                  <a:pt x="44" y="16"/>
                  <a:pt x="44" y="16"/>
                  <a:pt x="44" y="16"/>
                </a:cubicBezTo>
                <a:cubicBezTo>
                  <a:pt x="44" y="16"/>
                  <a:pt x="44" y="15"/>
                  <a:pt x="44" y="14"/>
                </a:cubicBezTo>
                <a:cubicBezTo>
                  <a:pt x="44" y="14"/>
                  <a:pt x="44" y="13"/>
                  <a:pt x="44" y="13"/>
                </a:cubicBezTo>
                <a:cubicBezTo>
                  <a:pt x="44" y="13"/>
                  <a:pt x="44" y="13"/>
                  <a:pt x="44" y="12"/>
                </a:cubicBezTo>
                <a:cubicBezTo>
                  <a:pt x="44" y="12"/>
                  <a:pt x="44" y="12"/>
                  <a:pt x="44" y="12"/>
                </a:cubicBezTo>
                <a:cubicBezTo>
                  <a:pt x="44" y="12"/>
                  <a:pt x="44" y="12"/>
                  <a:pt x="43" y="12"/>
                </a:cubicBezTo>
                <a:cubicBezTo>
                  <a:pt x="43" y="12"/>
                  <a:pt x="43" y="12"/>
                  <a:pt x="43" y="12"/>
                </a:cubicBezTo>
                <a:cubicBezTo>
                  <a:pt x="43" y="12"/>
                  <a:pt x="42" y="12"/>
                  <a:pt x="42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3"/>
                  <a:pt x="41" y="13"/>
                </a:cubicBezTo>
                <a:cubicBezTo>
                  <a:pt x="41" y="13"/>
                  <a:pt x="41" y="12"/>
                  <a:pt x="41" y="12"/>
                </a:cubicBezTo>
                <a:cubicBezTo>
                  <a:pt x="41" y="12"/>
                  <a:pt x="41" y="11"/>
                  <a:pt x="42" y="11"/>
                </a:cubicBezTo>
                <a:cubicBezTo>
                  <a:pt x="43" y="10"/>
                  <a:pt x="43" y="10"/>
                  <a:pt x="43" y="9"/>
                </a:cubicBezTo>
                <a:cubicBezTo>
                  <a:pt x="43" y="9"/>
                  <a:pt x="44" y="8"/>
                  <a:pt x="44" y="8"/>
                </a:cubicBezTo>
                <a:cubicBezTo>
                  <a:pt x="44" y="7"/>
                  <a:pt x="45" y="7"/>
                  <a:pt x="45" y="7"/>
                </a:cubicBezTo>
                <a:cubicBezTo>
                  <a:pt x="45" y="6"/>
                  <a:pt x="45" y="6"/>
                  <a:pt x="45" y="6"/>
                </a:cubicBezTo>
                <a:close/>
                <a:moveTo>
                  <a:pt x="52" y="12"/>
                </a:moveTo>
                <a:cubicBezTo>
                  <a:pt x="52" y="12"/>
                  <a:pt x="52" y="12"/>
                  <a:pt x="52" y="12"/>
                </a:cubicBezTo>
                <a:cubicBezTo>
                  <a:pt x="53" y="13"/>
                  <a:pt x="54" y="14"/>
                  <a:pt x="54" y="14"/>
                </a:cubicBezTo>
                <a:cubicBezTo>
                  <a:pt x="55" y="15"/>
                  <a:pt x="55" y="16"/>
                  <a:pt x="55" y="16"/>
                </a:cubicBezTo>
                <a:cubicBezTo>
                  <a:pt x="55" y="16"/>
                  <a:pt x="55" y="16"/>
                  <a:pt x="55" y="16"/>
                </a:cubicBezTo>
                <a:cubicBezTo>
                  <a:pt x="55" y="16"/>
                  <a:pt x="55" y="16"/>
                  <a:pt x="54" y="16"/>
                </a:cubicBezTo>
                <a:cubicBezTo>
                  <a:pt x="54" y="16"/>
                  <a:pt x="54" y="16"/>
                  <a:pt x="53" y="16"/>
                </a:cubicBezTo>
                <a:cubicBezTo>
                  <a:pt x="53" y="16"/>
                  <a:pt x="52" y="16"/>
                  <a:pt x="52" y="16"/>
                </a:cubicBezTo>
                <a:cubicBezTo>
                  <a:pt x="52" y="16"/>
                  <a:pt x="51" y="16"/>
                  <a:pt x="51" y="16"/>
                </a:cubicBezTo>
                <a:lnTo>
                  <a:pt x="50" y="16"/>
                </a:lnTo>
                <a:cubicBezTo>
                  <a:pt x="50" y="16"/>
                  <a:pt x="50" y="16"/>
                  <a:pt x="50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6"/>
                  <a:pt x="49" y="16"/>
                  <a:pt x="49" y="16"/>
                </a:cubicBezTo>
                <a:cubicBezTo>
                  <a:pt x="49" y="15"/>
                  <a:pt x="48" y="15"/>
                  <a:pt x="48" y="15"/>
                </a:cubicBezTo>
                <a:cubicBezTo>
                  <a:pt x="48" y="15"/>
                  <a:pt x="48" y="14"/>
                  <a:pt x="48" y="14"/>
                </a:cubicBezTo>
                <a:cubicBezTo>
                  <a:pt x="48" y="14"/>
                  <a:pt x="48" y="13"/>
                  <a:pt x="48" y="13"/>
                </a:cubicBezTo>
                <a:cubicBezTo>
                  <a:pt x="48" y="13"/>
                  <a:pt x="48" y="13"/>
                  <a:pt x="48" y="13"/>
                </a:cubicBezTo>
                <a:cubicBezTo>
                  <a:pt x="48" y="13"/>
                  <a:pt x="47" y="13"/>
                  <a:pt x="47" y="14"/>
                </a:cubicBezTo>
                <a:cubicBezTo>
                  <a:pt x="47" y="14"/>
                  <a:pt x="47" y="15"/>
                  <a:pt x="47" y="15"/>
                </a:cubicBezTo>
                <a:cubicBezTo>
                  <a:pt x="47" y="15"/>
                  <a:pt x="47" y="15"/>
                  <a:pt x="47" y="15"/>
                </a:cubicBezTo>
                <a:cubicBezTo>
                  <a:pt x="46" y="15"/>
                  <a:pt x="46" y="15"/>
                  <a:pt x="46" y="15"/>
                </a:cubicBezTo>
                <a:cubicBezTo>
                  <a:pt x="45" y="15"/>
                  <a:pt x="45" y="15"/>
                  <a:pt x="45" y="15"/>
                </a:cubicBezTo>
                <a:cubicBezTo>
                  <a:pt x="45" y="15"/>
                  <a:pt x="45" y="14"/>
                  <a:pt x="46" y="14"/>
                </a:cubicBezTo>
                <a:cubicBezTo>
                  <a:pt x="46" y="13"/>
                  <a:pt x="46" y="13"/>
                  <a:pt x="47" y="13"/>
                </a:cubicBezTo>
                <a:cubicBezTo>
                  <a:pt x="47" y="13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2"/>
                  <a:pt x="47" y="12"/>
                  <a:pt x="47" y="12"/>
                </a:cubicBezTo>
                <a:cubicBezTo>
                  <a:pt x="47" y="11"/>
                  <a:pt x="47" y="11"/>
                  <a:pt x="47" y="11"/>
                </a:cubicBezTo>
                <a:cubicBezTo>
                  <a:pt x="48" y="11"/>
                  <a:pt x="48" y="11"/>
                  <a:pt x="48" y="11"/>
                </a:cubicBezTo>
                <a:cubicBezTo>
                  <a:pt x="48" y="11"/>
                  <a:pt x="49" y="11"/>
                  <a:pt x="49" y="11"/>
                </a:cubicBezTo>
                <a:cubicBezTo>
                  <a:pt x="49" y="11"/>
                  <a:pt x="50" y="11"/>
                  <a:pt x="50" y="11"/>
                </a:cubicBezTo>
                <a:cubicBezTo>
                  <a:pt x="50" y="11"/>
                  <a:pt x="50" y="11"/>
                  <a:pt x="50" y="11"/>
                </a:cubicBezTo>
                <a:cubicBezTo>
                  <a:pt x="51" y="11"/>
                  <a:pt x="51" y="11"/>
                  <a:pt x="51" y="11"/>
                </a:cubicBezTo>
                <a:cubicBezTo>
                  <a:pt x="51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1"/>
                  <a:pt x="52" y="11"/>
                </a:cubicBezTo>
                <a:cubicBezTo>
                  <a:pt x="52" y="11"/>
                  <a:pt x="52" y="12"/>
                  <a:pt x="52" y="12"/>
                </a:cubicBezTo>
                <a:cubicBezTo>
                  <a:pt x="52" y="12"/>
                  <a:pt x="52" y="12"/>
                  <a:pt x="52" y="12"/>
                </a:cubicBezTo>
                <a:close/>
                <a:moveTo>
                  <a:pt x="57" y="13"/>
                </a:moveTo>
                <a:cubicBezTo>
                  <a:pt x="57" y="13"/>
                  <a:pt x="57" y="13"/>
                  <a:pt x="57" y="14"/>
                </a:cubicBezTo>
                <a:cubicBezTo>
                  <a:pt x="57" y="14"/>
                  <a:pt x="57" y="14"/>
                  <a:pt x="57" y="14"/>
                </a:cubicBezTo>
                <a:cubicBezTo>
                  <a:pt x="56" y="14"/>
                  <a:pt x="56" y="14"/>
                  <a:pt x="55" y="13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5" y="12"/>
                  <a:pt x="55" y="12"/>
                  <a:pt x="56" y="12"/>
                </a:cubicBezTo>
                <a:cubicBezTo>
                  <a:pt x="56" y="12"/>
                  <a:pt x="56" y="12"/>
                  <a:pt x="56" y="12"/>
                </a:cubicBezTo>
                <a:cubicBezTo>
                  <a:pt x="56" y="12"/>
                  <a:pt x="57" y="12"/>
                  <a:pt x="57" y="12"/>
                </a:cubicBezTo>
                <a:cubicBezTo>
                  <a:pt x="57" y="12"/>
                  <a:pt x="57" y="12"/>
                  <a:pt x="57" y="13"/>
                </a:cubicBezTo>
                <a:cubicBezTo>
                  <a:pt x="57" y="13"/>
                  <a:pt x="57" y="13"/>
                  <a:pt x="57" y="13"/>
                </a:cubicBezTo>
                <a:close/>
                <a:moveTo>
                  <a:pt x="71" y="5"/>
                </a:move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6"/>
                  <a:pt x="71" y="6"/>
                </a:cubicBezTo>
                <a:cubicBezTo>
                  <a:pt x="70" y="6"/>
                  <a:pt x="70" y="6"/>
                  <a:pt x="70" y="7"/>
                </a:cubicBezTo>
                <a:cubicBezTo>
                  <a:pt x="70" y="7"/>
                  <a:pt x="70" y="7"/>
                  <a:pt x="70" y="8"/>
                </a:cubicBezTo>
                <a:cubicBezTo>
                  <a:pt x="70" y="8"/>
                  <a:pt x="70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69" y="9"/>
                  <a:pt x="69" y="8"/>
                  <a:pt x="68" y="8"/>
                </a:cubicBezTo>
                <a:cubicBezTo>
                  <a:pt x="68" y="8"/>
                  <a:pt x="68" y="8"/>
                  <a:pt x="68" y="8"/>
                </a:cubicBezTo>
                <a:cubicBezTo>
                  <a:pt x="68" y="8"/>
                  <a:pt x="67" y="8"/>
                  <a:pt x="66" y="9"/>
                </a:cubicBezTo>
                <a:cubicBezTo>
                  <a:pt x="66" y="9"/>
                  <a:pt x="65" y="9"/>
                  <a:pt x="65" y="9"/>
                </a:cubicBezTo>
                <a:cubicBezTo>
                  <a:pt x="65" y="9"/>
                  <a:pt x="65" y="9"/>
                  <a:pt x="65" y="9"/>
                </a:cubicBezTo>
                <a:cubicBezTo>
                  <a:pt x="65" y="9"/>
                  <a:pt x="65" y="9"/>
                  <a:pt x="64" y="9"/>
                </a:cubicBezTo>
                <a:cubicBezTo>
                  <a:pt x="64" y="8"/>
                  <a:pt x="64" y="8"/>
                  <a:pt x="63" y="7"/>
                </a:cubicBezTo>
                <a:cubicBezTo>
                  <a:pt x="63" y="7"/>
                  <a:pt x="63" y="6"/>
                  <a:pt x="63" y="6"/>
                </a:cubicBezTo>
                <a:cubicBezTo>
                  <a:pt x="63" y="6"/>
                  <a:pt x="63" y="7"/>
                  <a:pt x="63" y="7"/>
                </a:cubicBezTo>
                <a:cubicBezTo>
                  <a:pt x="63" y="8"/>
                  <a:pt x="62" y="10"/>
                  <a:pt x="61" y="11"/>
                </a:cubicBezTo>
                <a:cubicBezTo>
                  <a:pt x="61" y="12"/>
                  <a:pt x="61" y="12"/>
                  <a:pt x="61" y="13"/>
                </a:cubicBezTo>
                <a:cubicBezTo>
                  <a:pt x="61" y="13"/>
                  <a:pt x="61" y="14"/>
                  <a:pt x="61" y="14"/>
                </a:cubicBezTo>
                <a:cubicBezTo>
                  <a:pt x="60" y="14"/>
                  <a:pt x="60" y="14"/>
                  <a:pt x="60" y="14"/>
                </a:cubicBezTo>
                <a:cubicBezTo>
                  <a:pt x="59" y="15"/>
                  <a:pt x="59" y="15"/>
                  <a:pt x="58" y="15"/>
                </a:cubicBezTo>
                <a:cubicBezTo>
                  <a:pt x="58" y="15"/>
                  <a:pt x="58" y="16"/>
                  <a:pt x="58" y="16"/>
                </a:cubicBezTo>
                <a:cubicBezTo>
                  <a:pt x="57" y="16"/>
                  <a:pt x="57" y="16"/>
                  <a:pt x="57" y="15"/>
                </a:cubicBezTo>
                <a:cubicBezTo>
                  <a:pt x="57" y="15"/>
                  <a:pt x="58" y="15"/>
                  <a:pt x="58" y="15"/>
                </a:cubicBezTo>
                <a:cubicBezTo>
                  <a:pt x="58" y="14"/>
                  <a:pt x="59" y="14"/>
                  <a:pt x="59" y="13"/>
                </a:cubicBezTo>
                <a:cubicBezTo>
                  <a:pt x="59" y="13"/>
                  <a:pt x="60" y="13"/>
                  <a:pt x="60" y="12"/>
                </a:cubicBezTo>
                <a:cubicBezTo>
                  <a:pt x="60" y="11"/>
                  <a:pt x="61" y="10"/>
                  <a:pt x="61" y="9"/>
                </a:cubicBezTo>
                <a:cubicBezTo>
                  <a:pt x="62" y="8"/>
                  <a:pt x="62" y="7"/>
                  <a:pt x="62" y="6"/>
                </a:cubicBezTo>
                <a:cubicBezTo>
                  <a:pt x="63" y="5"/>
                  <a:pt x="63" y="4"/>
                  <a:pt x="63" y="3"/>
                </a:cubicBezTo>
                <a:cubicBezTo>
                  <a:pt x="63" y="3"/>
                  <a:pt x="63" y="3"/>
                  <a:pt x="63" y="3"/>
                </a:cubicBezTo>
                <a:cubicBezTo>
                  <a:pt x="63" y="2"/>
                  <a:pt x="63" y="2"/>
                  <a:pt x="63" y="2"/>
                </a:cubicBezTo>
                <a:cubicBezTo>
                  <a:pt x="63" y="2"/>
                  <a:pt x="64" y="2"/>
                  <a:pt x="64" y="3"/>
                </a:cubicBezTo>
                <a:cubicBezTo>
                  <a:pt x="64" y="3"/>
                  <a:pt x="64" y="3"/>
                  <a:pt x="64" y="3"/>
                </a:cubicBezTo>
                <a:cubicBezTo>
                  <a:pt x="64" y="3"/>
                  <a:pt x="65" y="3"/>
                  <a:pt x="65" y="3"/>
                </a:cubicBezTo>
                <a:cubicBezTo>
                  <a:pt x="66" y="2"/>
                  <a:pt x="66" y="2"/>
                  <a:pt x="66" y="2"/>
                </a:cubicBezTo>
                <a:cubicBezTo>
                  <a:pt x="67" y="2"/>
                  <a:pt x="67" y="2"/>
                  <a:pt x="68" y="2"/>
                </a:cubicBezTo>
                <a:cubicBezTo>
                  <a:pt x="68" y="2"/>
                  <a:pt x="68" y="2"/>
                  <a:pt x="68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2"/>
                </a:cubicBezTo>
                <a:cubicBezTo>
                  <a:pt x="69" y="2"/>
                  <a:pt x="69" y="2"/>
                  <a:pt x="69" y="3"/>
                </a:cubicBezTo>
                <a:cubicBezTo>
                  <a:pt x="70" y="3"/>
                  <a:pt x="70" y="3"/>
                  <a:pt x="70" y="3"/>
                </a:cubicBezTo>
                <a:cubicBezTo>
                  <a:pt x="70" y="3"/>
                  <a:pt x="70" y="3"/>
                  <a:pt x="69" y="3"/>
                </a:cubicBezTo>
                <a:cubicBezTo>
                  <a:pt x="68" y="3"/>
                  <a:pt x="68" y="3"/>
                  <a:pt x="67" y="4"/>
                </a:cubicBezTo>
                <a:cubicBezTo>
                  <a:pt x="67" y="4"/>
                  <a:pt x="67" y="4"/>
                  <a:pt x="67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6" y="4"/>
                  <a:pt x="66" y="4"/>
                </a:cubicBezTo>
                <a:cubicBezTo>
                  <a:pt x="66" y="4"/>
                  <a:pt x="65" y="4"/>
                  <a:pt x="65" y="4"/>
                </a:cubicBezTo>
                <a:cubicBezTo>
                  <a:pt x="65" y="4"/>
                  <a:pt x="65" y="4"/>
                  <a:pt x="64" y="4"/>
                </a:cubicBezTo>
                <a:cubicBezTo>
                  <a:pt x="64" y="4"/>
                  <a:pt x="64" y="4"/>
                  <a:pt x="64" y="4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4" y="5"/>
                  <a:pt x="64" y="5"/>
                  <a:pt x="64" y="5"/>
                </a:cubicBezTo>
                <a:cubicBezTo>
                  <a:pt x="65" y="5"/>
                  <a:pt x="66" y="5"/>
                  <a:pt x="67" y="4"/>
                </a:cubicBezTo>
                <a:cubicBezTo>
                  <a:pt x="68" y="4"/>
                  <a:pt x="68" y="4"/>
                  <a:pt x="69" y="4"/>
                </a:cubicBezTo>
                <a:cubicBezTo>
                  <a:pt x="70" y="4"/>
                  <a:pt x="70" y="4"/>
                  <a:pt x="70" y="5"/>
                </a:cubicBezTo>
                <a:cubicBezTo>
                  <a:pt x="71" y="5"/>
                  <a:pt x="71" y="5"/>
                  <a:pt x="71" y="5"/>
                </a:cubicBezTo>
                <a:cubicBezTo>
                  <a:pt x="71" y="5"/>
                  <a:pt x="71" y="5"/>
                  <a:pt x="71" y="5"/>
                </a:cubicBezTo>
                <a:close/>
                <a:moveTo>
                  <a:pt x="72" y="12"/>
                </a:moveTo>
                <a:cubicBezTo>
                  <a:pt x="72" y="12"/>
                  <a:pt x="72" y="12"/>
                  <a:pt x="72" y="12"/>
                </a:cubicBezTo>
                <a:cubicBezTo>
                  <a:pt x="72" y="12"/>
                  <a:pt x="73" y="12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3" y="13"/>
                  <a:pt x="73" y="13"/>
                </a:cubicBezTo>
                <a:cubicBezTo>
                  <a:pt x="73" y="13"/>
                  <a:pt x="72" y="13"/>
                  <a:pt x="72" y="13"/>
                </a:cubicBezTo>
                <a:cubicBezTo>
                  <a:pt x="72" y="13"/>
                  <a:pt x="71" y="13"/>
                  <a:pt x="70" y="13"/>
                </a:cubicBezTo>
                <a:cubicBezTo>
                  <a:pt x="69" y="13"/>
                  <a:pt x="69" y="13"/>
                  <a:pt x="69" y="13"/>
                </a:cubicBezTo>
                <a:cubicBezTo>
                  <a:pt x="68" y="13"/>
                  <a:pt x="68" y="13"/>
                  <a:pt x="68" y="13"/>
                </a:cubicBezTo>
                <a:lnTo>
                  <a:pt x="68" y="14"/>
                </a:lnTo>
                <a:cubicBezTo>
                  <a:pt x="68" y="15"/>
                  <a:pt x="68" y="16"/>
                  <a:pt x="68" y="16"/>
                </a:cubicBezTo>
                <a:cubicBezTo>
                  <a:pt x="68" y="17"/>
                  <a:pt x="68" y="17"/>
                  <a:pt x="68" y="17"/>
                </a:cubicBezTo>
                <a:cubicBezTo>
                  <a:pt x="68" y="18"/>
                  <a:pt x="68" y="18"/>
                  <a:pt x="68" y="18"/>
                </a:cubicBezTo>
                <a:cubicBezTo>
                  <a:pt x="67" y="18"/>
                  <a:pt x="67" y="18"/>
                  <a:pt x="66" y="17"/>
                </a:cubicBezTo>
                <a:cubicBezTo>
                  <a:pt x="65" y="17"/>
                  <a:pt x="65" y="17"/>
                  <a:pt x="64" y="17"/>
                </a:cubicBezTo>
                <a:cubicBezTo>
                  <a:pt x="64" y="16"/>
                  <a:pt x="63" y="16"/>
                  <a:pt x="63" y="16"/>
                </a:cubicBezTo>
                <a:cubicBezTo>
                  <a:pt x="63" y="16"/>
                  <a:pt x="63" y="16"/>
                  <a:pt x="64" y="16"/>
                </a:cubicBezTo>
                <a:cubicBezTo>
                  <a:pt x="64" y="16"/>
                  <a:pt x="64" y="16"/>
                  <a:pt x="64" y="16"/>
                </a:cubicBezTo>
                <a:cubicBezTo>
                  <a:pt x="64" y="16"/>
                  <a:pt x="65" y="16"/>
                  <a:pt x="65" y="16"/>
                </a:cubicBezTo>
                <a:cubicBezTo>
                  <a:pt x="66" y="16"/>
                  <a:pt x="66" y="16"/>
                  <a:pt x="66" y="16"/>
                </a:cubicBezTo>
                <a:cubicBezTo>
                  <a:pt x="66" y="16"/>
                  <a:pt x="67" y="16"/>
                  <a:pt x="67" y="16"/>
                </a:cubicBezTo>
                <a:cubicBezTo>
                  <a:pt x="67" y="16"/>
                  <a:pt x="67" y="16"/>
                  <a:pt x="67" y="16"/>
                </a:cubicBezTo>
                <a:cubicBezTo>
                  <a:pt x="67" y="16"/>
                  <a:pt x="67" y="15"/>
                  <a:pt x="67" y="15"/>
                </a:cubicBezTo>
                <a:cubicBezTo>
                  <a:pt x="67" y="15"/>
                  <a:pt x="67" y="14"/>
                  <a:pt x="67" y="14"/>
                </a:cubicBezTo>
                <a:cubicBezTo>
                  <a:pt x="67" y="14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7" y="13"/>
                  <a:pt x="67" y="13"/>
                  <a:pt x="67" y="13"/>
                </a:cubicBezTo>
                <a:cubicBezTo>
                  <a:pt x="66" y="13"/>
                  <a:pt x="65" y="13"/>
                  <a:pt x="64" y="13"/>
                </a:cubicBezTo>
                <a:cubicBezTo>
                  <a:pt x="64" y="14"/>
                  <a:pt x="64" y="14"/>
                  <a:pt x="63" y="14"/>
                </a:cubicBezTo>
                <a:cubicBezTo>
                  <a:pt x="63" y="14"/>
                  <a:pt x="63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4"/>
                  <a:pt x="62" y="14"/>
                </a:cubicBezTo>
                <a:cubicBezTo>
                  <a:pt x="62" y="14"/>
                  <a:pt x="62" y="13"/>
                  <a:pt x="62" y="13"/>
                </a:cubicBezTo>
                <a:cubicBezTo>
                  <a:pt x="62" y="13"/>
                  <a:pt x="62" y="13"/>
                  <a:pt x="62" y="13"/>
                </a:cubicBezTo>
                <a:cubicBezTo>
                  <a:pt x="62" y="13"/>
                  <a:pt x="62" y="13"/>
                  <a:pt x="63" y="13"/>
                </a:cubicBezTo>
                <a:cubicBezTo>
                  <a:pt x="63" y="13"/>
                  <a:pt x="63" y="13"/>
                  <a:pt x="63" y="13"/>
                </a:cubicBezTo>
                <a:cubicBezTo>
                  <a:pt x="64" y="13"/>
                  <a:pt x="65" y="12"/>
                  <a:pt x="66" y="12"/>
                </a:cubicBezTo>
                <a:cubicBezTo>
                  <a:pt x="67" y="12"/>
                  <a:pt x="67" y="12"/>
                  <a:pt x="67" y="12"/>
                </a:cubicBezTo>
                <a:cubicBezTo>
                  <a:pt x="67" y="12"/>
                  <a:pt x="67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6" y="11"/>
                  <a:pt x="66" y="11"/>
                  <a:pt x="66" y="11"/>
                </a:cubicBezTo>
                <a:cubicBezTo>
                  <a:pt x="67" y="11"/>
                  <a:pt x="67" y="11"/>
                  <a:pt x="67" y="11"/>
                </a:cubicBezTo>
                <a:cubicBezTo>
                  <a:pt x="67" y="11"/>
                  <a:pt x="68" y="11"/>
                  <a:pt x="68" y="10"/>
                </a:cubicBezTo>
                <a:cubicBezTo>
                  <a:pt x="68" y="10"/>
                  <a:pt x="68" y="10"/>
                  <a:pt x="68" y="10"/>
                </a:cubicBezTo>
                <a:cubicBezTo>
                  <a:pt x="68" y="10"/>
                  <a:pt x="68" y="9"/>
                  <a:pt x="68" y="9"/>
                </a:cubicBezTo>
                <a:cubicBezTo>
                  <a:pt x="68" y="9"/>
                  <a:pt x="67" y="10"/>
                  <a:pt x="66" y="10"/>
                </a:cubicBezTo>
                <a:cubicBezTo>
                  <a:pt x="65" y="11"/>
                  <a:pt x="65" y="11"/>
                  <a:pt x="64" y="11"/>
                </a:cubicBezTo>
                <a:cubicBezTo>
                  <a:pt x="64" y="11"/>
                  <a:pt x="64" y="11"/>
                  <a:pt x="64" y="11"/>
                </a:cubicBezTo>
                <a:cubicBezTo>
                  <a:pt x="64" y="11"/>
                  <a:pt x="63" y="11"/>
                  <a:pt x="63" y="11"/>
                </a:cubicBezTo>
                <a:cubicBezTo>
                  <a:pt x="63" y="11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3" y="10"/>
                  <a:pt x="63" y="10"/>
                </a:cubicBezTo>
                <a:cubicBezTo>
                  <a:pt x="63" y="10"/>
                  <a:pt x="64" y="10"/>
                  <a:pt x="64" y="10"/>
                </a:cubicBezTo>
                <a:cubicBezTo>
                  <a:pt x="64" y="10"/>
                  <a:pt x="65" y="10"/>
                  <a:pt x="66" y="9"/>
                </a:cubicBezTo>
                <a:cubicBezTo>
                  <a:pt x="67" y="9"/>
                  <a:pt x="67" y="9"/>
                  <a:pt x="68" y="9"/>
                </a:cubicBezTo>
                <a:cubicBezTo>
                  <a:pt x="68" y="9"/>
                  <a:pt x="68" y="9"/>
                  <a:pt x="68" y="9"/>
                </a:cubicBezTo>
                <a:cubicBezTo>
                  <a:pt x="69" y="9"/>
                  <a:pt x="69" y="9"/>
                  <a:pt x="69" y="9"/>
                </a:cubicBezTo>
                <a:cubicBezTo>
                  <a:pt x="70" y="9"/>
                  <a:pt x="70" y="10"/>
                  <a:pt x="70" y="10"/>
                </a:cubicBezTo>
                <a:cubicBezTo>
                  <a:pt x="70" y="10"/>
                  <a:pt x="70" y="10"/>
                  <a:pt x="69" y="10"/>
                </a:cubicBezTo>
                <a:cubicBezTo>
                  <a:pt x="69" y="11"/>
                  <a:pt x="69" y="11"/>
                  <a:pt x="68" y="11"/>
                </a:cubicBezTo>
                <a:cubicBezTo>
                  <a:pt x="68" y="11"/>
                  <a:pt x="68" y="11"/>
                  <a:pt x="68" y="11"/>
                </a:cubicBezTo>
                <a:cubicBezTo>
                  <a:pt x="68" y="11"/>
                  <a:pt x="68" y="12"/>
                  <a:pt x="68" y="12"/>
                </a:cubicBezTo>
                <a:cubicBezTo>
                  <a:pt x="68" y="12"/>
                  <a:pt x="68" y="12"/>
                  <a:pt x="69" y="12"/>
                </a:cubicBezTo>
                <a:lnTo>
                  <a:pt x="70" y="12"/>
                </a:lnTo>
                <a:cubicBezTo>
                  <a:pt x="70" y="12"/>
                  <a:pt x="71" y="12"/>
                  <a:pt x="71" y="12"/>
                </a:cubicBezTo>
                <a:cubicBezTo>
                  <a:pt x="71" y="12"/>
                  <a:pt x="71" y="12"/>
                  <a:pt x="72" y="12"/>
                </a:cubicBezTo>
                <a:close/>
                <a:moveTo>
                  <a:pt x="84" y="6"/>
                </a:moveTo>
                <a:cubicBezTo>
                  <a:pt x="84" y="6"/>
                  <a:pt x="84" y="6"/>
                  <a:pt x="85" y="6"/>
                </a:cubicBezTo>
                <a:cubicBezTo>
                  <a:pt x="85" y="6"/>
                  <a:pt x="85" y="6"/>
                  <a:pt x="86" y="6"/>
                </a:cubicBezTo>
                <a:cubicBezTo>
                  <a:pt x="86" y="6"/>
                  <a:pt x="86" y="6"/>
                  <a:pt x="87" y="6"/>
                </a:cubicBezTo>
                <a:cubicBezTo>
                  <a:pt x="87" y="6"/>
                  <a:pt x="87" y="6"/>
                  <a:pt x="88" y="7"/>
                </a:cubicBezTo>
                <a:cubicBezTo>
                  <a:pt x="88" y="7"/>
                  <a:pt x="89" y="8"/>
                  <a:pt x="89" y="8"/>
                </a:cubicBezTo>
                <a:cubicBezTo>
                  <a:pt x="89" y="8"/>
                  <a:pt x="89" y="8"/>
                  <a:pt x="89" y="8"/>
                </a:cubicBezTo>
                <a:cubicBezTo>
                  <a:pt x="89" y="8"/>
                  <a:pt x="89" y="9"/>
                  <a:pt x="89" y="9"/>
                </a:cubicBezTo>
                <a:cubicBezTo>
                  <a:pt x="89" y="9"/>
                  <a:pt x="89" y="9"/>
                  <a:pt x="89" y="9"/>
                </a:cubicBezTo>
                <a:cubicBezTo>
                  <a:pt x="89" y="9"/>
                  <a:pt x="89" y="9"/>
                  <a:pt x="88" y="9"/>
                </a:cubicBezTo>
                <a:cubicBezTo>
                  <a:pt x="88" y="9"/>
                  <a:pt x="88" y="9"/>
                  <a:pt x="87" y="9"/>
                </a:cubicBezTo>
                <a:lnTo>
                  <a:pt x="86" y="9"/>
                </a:lnTo>
                <a:cubicBezTo>
                  <a:pt x="86" y="9"/>
                  <a:pt x="86" y="9"/>
                  <a:pt x="86" y="9"/>
                </a:cubicBezTo>
                <a:cubicBezTo>
                  <a:pt x="85" y="9"/>
                  <a:pt x="85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0"/>
                  <a:pt x="84" y="10"/>
                  <a:pt x="84" y="10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4" y="11"/>
                  <a:pt x="84" y="11"/>
                  <a:pt x="84" y="11"/>
                </a:cubicBezTo>
                <a:cubicBezTo>
                  <a:pt x="85" y="11"/>
                  <a:pt x="86" y="11"/>
                  <a:pt x="87" y="11"/>
                </a:cubicBezTo>
                <a:cubicBezTo>
                  <a:pt x="87" y="11"/>
                  <a:pt x="88" y="11"/>
                  <a:pt x="88" y="11"/>
                </a:cubicBezTo>
                <a:cubicBezTo>
                  <a:pt x="88" y="11"/>
                  <a:pt x="88" y="11"/>
                  <a:pt x="88" y="11"/>
                </a:cubicBezTo>
                <a:cubicBezTo>
                  <a:pt x="88" y="12"/>
                  <a:pt x="88" y="12"/>
                  <a:pt x="88" y="12"/>
                </a:cubicBezTo>
                <a:cubicBezTo>
                  <a:pt x="88" y="12"/>
                  <a:pt x="88" y="12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8" y="13"/>
                  <a:pt x="88" y="13"/>
                  <a:pt x="88" y="13"/>
                </a:cubicBezTo>
                <a:cubicBezTo>
                  <a:pt x="87" y="13"/>
                  <a:pt x="87" y="12"/>
                  <a:pt x="86" y="12"/>
                </a:cubicBezTo>
                <a:cubicBezTo>
                  <a:pt x="85" y="12"/>
                  <a:pt x="84" y="12"/>
                  <a:pt x="84" y="13"/>
                </a:cubicBezTo>
                <a:cubicBezTo>
                  <a:pt x="84" y="13"/>
                  <a:pt x="84" y="13"/>
                  <a:pt x="84" y="13"/>
                </a:cubicBezTo>
                <a:cubicBezTo>
                  <a:pt x="84" y="13"/>
                  <a:pt x="84" y="14"/>
                  <a:pt x="84" y="15"/>
                </a:cubicBezTo>
                <a:cubicBezTo>
                  <a:pt x="84" y="15"/>
                  <a:pt x="84" y="16"/>
                  <a:pt x="84" y="16"/>
                </a:cubicBezTo>
                <a:cubicBezTo>
                  <a:pt x="83" y="17"/>
                  <a:pt x="83" y="17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3" y="18"/>
                  <a:pt x="83" y="18"/>
                  <a:pt x="83" y="18"/>
                </a:cubicBezTo>
                <a:cubicBezTo>
                  <a:pt x="82" y="18"/>
                  <a:pt x="82" y="18"/>
                  <a:pt x="82" y="18"/>
                </a:cubicBezTo>
                <a:cubicBezTo>
                  <a:pt x="81" y="17"/>
                  <a:pt x="80" y="17"/>
                  <a:pt x="80" y="17"/>
                </a:cubicBezTo>
                <a:cubicBezTo>
                  <a:pt x="80" y="17"/>
                  <a:pt x="79" y="16"/>
                  <a:pt x="79" y="16"/>
                </a:cubicBezTo>
                <a:cubicBezTo>
                  <a:pt x="79" y="16"/>
                  <a:pt x="79" y="16"/>
                  <a:pt x="80" y="16"/>
                </a:cubicBezTo>
                <a:cubicBezTo>
                  <a:pt x="80" y="16"/>
                  <a:pt x="80" y="16"/>
                  <a:pt x="81" y="16"/>
                </a:cubicBezTo>
                <a:cubicBezTo>
                  <a:pt x="81" y="16"/>
                  <a:pt x="81" y="16"/>
                  <a:pt x="81" y="16"/>
                </a:cubicBezTo>
                <a:cubicBezTo>
                  <a:pt x="82" y="16"/>
                  <a:pt x="82" y="16"/>
                  <a:pt x="82" y="16"/>
                </a:cubicBezTo>
                <a:cubicBezTo>
                  <a:pt x="82" y="16"/>
                  <a:pt x="82" y="15"/>
                  <a:pt x="82" y="15"/>
                </a:cubicBezTo>
                <a:cubicBezTo>
                  <a:pt x="82" y="15"/>
                  <a:pt x="82" y="14"/>
                  <a:pt x="82" y="14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2" y="13"/>
                </a:cubicBezTo>
                <a:cubicBezTo>
                  <a:pt x="82" y="13"/>
                  <a:pt x="82" y="13"/>
                  <a:pt x="81" y="13"/>
                </a:cubicBezTo>
                <a:cubicBezTo>
                  <a:pt x="80" y="13"/>
                  <a:pt x="79" y="13"/>
                  <a:pt x="78" y="13"/>
                </a:cubicBezTo>
                <a:cubicBezTo>
                  <a:pt x="78" y="14"/>
                  <a:pt x="78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4"/>
                  <a:pt x="77" y="14"/>
                  <a:pt x="77" y="14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7" y="13"/>
                  <a:pt x="77" y="13"/>
                  <a:pt x="77" y="13"/>
                </a:cubicBezTo>
                <a:cubicBezTo>
                  <a:pt x="78" y="13"/>
                  <a:pt x="78" y="13"/>
                  <a:pt x="79" y="12"/>
                </a:cubicBezTo>
                <a:cubicBezTo>
                  <a:pt x="80" y="12"/>
                  <a:pt x="81" y="12"/>
                  <a:pt x="82" y="12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1"/>
                  <a:pt x="82" y="11"/>
                </a:cubicBezTo>
                <a:cubicBezTo>
                  <a:pt x="82" y="11"/>
                  <a:pt x="82" y="10"/>
                  <a:pt x="82" y="10"/>
                </a:cubicBezTo>
                <a:cubicBezTo>
                  <a:pt x="82" y="10"/>
                  <a:pt x="82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3" y="10"/>
                  <a:pt x="83" y="10"/>
                  <a:pt x="83" y="10"/>
                </a:cubicBezTo>
                <a:cubicBezTo>
                  <a:pt x="84" y="10"/>
                  <a:pt x="84" y="9"/>
                  <a:pt x="84" y="9"/>
                </a:cubicBezTo>
                <a:cubicBezTo>
                  <a:pt x="84" y="9"/>
                  <a:pt x="84" y="9"/>
                  <a:pt x="84" y="9"/>
                </a:cubicBezTo>
                <a:cubicBezTo>
                  <a:pt x="84" y="9"/>
                  <a:pt x="84" y="9"/>
                  <a:pt x="83" y="9"/>
                </a:cubicBezTo>
                <a:cubicBezTo>
                  <a:pt x="83" y="9"/>
                  <a:pt x="83" y="9"/>
                  <a:pt x="82" y="9"/>
                </a:cubicBezTo>
                <a:cubicBezTo>
                  <a:pt x="82" y="9"/>
                  <a:pt x="82" y="9"/>
                  <a:pt x="82" y="9"/>
                </a:cubicBezTo>
                <a:cubicBezTo>
                  <a:pt x="82" y="9"/>
                  <a:pt x="82" y="10"/>
                  <a:pt x="81" y="10"/>
                </a:cubicBezTo>
                <a:cubicBezTo>
                  <a:pt x="81" y="10"/>
                  <a:pt x="81" y="10"/>
                  <a:pt x="81" y="10"/>
                </a:cubicBezTo>
                <a:cubicBezTo>
                  <a:pt x="80" y="10"/>
                  <a:pt x="80" y="10"/>
                  <a:pt x="80" y="10"/>
                </a:cubicBezTo>
                <a:cubicBezTo>
                  <a:pt x="80" y="10"/>
                  <a:pt x="80" y="11"/>
                  <a:pt x="80" y="11"/>
                </a:cubicBezTo>
                <a:cubicBezTo>
                  <a:pt x="80" y="11"/>
                  <a:pt x="79" y="10"/>
                  <a:pt x="79" y="10"/>
                </a:cubicBezTo>
                <a:cubicBezTo>
                  <a:pt x="79" y="10"/>
                  <a:pt x="79" y="10"/>
                  <a:pt x="79" y="9"/>
                </a:cubicBezTo>
                <a:cubicBezTo>
                  <a:pt x="79" y="9"/>
                  <a:pt x="79" y="9"/>
                  <a:pt x="79" y="9"/>
                </a:cubicBezTo>
                <a:cubicBezTo>
                  <a:pt x="80" y="9"/>
                  <a:pt x="81" y="9"/>
                  <a:pt x="81" y="9"/>
                </a:cubicBezTo>
                <a:cubicBezTo>
                  <a:pt x="82" y="8"/>
                  <a:pt x="83" y="8"/>
                  <a:pt x="84" y="8"/>
                </a:cubicBezTo>
                <a:cubicBezTo>
                  <a:pt x="84" y="8"/>
                  <a:pt x="84" y="8"/>
                  <a:pt x="85" y="8"/>
                </a:cubicBezTo>
                <a:cubicBezTo>
                  <a:pt x="85" y="8"/>
                  <a:pt x="85" y="8"/>
                  <a:pt x="85" y="9"/>
                </a:cubicBezTo>
                <a:cubicBezTo>
                  <a:pt x="86" y="9"/>
                  <a:pt x="86" y="9"/>
                  <a:pt x="86" y="9"/>
                </a:cubicBezTo>
                <a:cubicBezTo>
                  <a:pt x="86" y="9"/>
                  <a:pt x="86" y="9"/>
                  <a:pt x="87" y="8"/>
                </a:cubicBezTo>
                <a:cubicBezTo>
                  <a:pt x="87" y="8"/>
                  <a:pt x="87" y="8"/>
                  <a:pt x="87" y="7"/>
                </a:cubicBezTo>
                <a:cubicBezTo>
                  <a:pt x="87" y="7"/>
                  <a:pt x="87" y="7"/>
                  <a:pt x="87" y="7"/>
                </a:cubicBezTo>
                <a:cubicBezTo>
                  <a:pt x="86" y="6"/>
                  <a:pt x="86" y="6"/>
                  <a:pt x="86" y="6"/>
                </a:cubicBezTo>
                <a:cubicBezTo>
                  <a:pt x="86" y="6"/>
                  <a:pt x="85" y="6"/>
                  <a:pt x="84" y="7"/>
                </a:cubicBezTo>
                <a:cubicBezTo>
                  <a:pt x="84" y="7"/>
                  <a:pt x="83" y="7"/>
                  <a:pt x="83" y="7"/>
                </a:cubicBezTo>
                <a:cubicBezTo>
                  <a:pt x="83" y="7"/>
                  <a:pt x="82" y="7"/>
                  <a:pt x="82" y="7"/>
                </a:cubicBezTo>
                <a:cubicBezTo>
                  <a:pt x="81" y="7"/>
                  <a:pt x="81" y="7"/>
                  <a:pt x="80" y="8"/>
                </a:cubicBezTo>
                <a:cubicBezTo>
                  <a:pt x="80" y="8"/>
                  <a:pt x="80" y="8"/>
                  <a:pt x="79" y="8"/>
                </a:cubicBezTo>
                <a:cubicBezTo>
                  <a:pt x="79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8" y="8"/>
                </a:cubicBezTo>
                <a:cubicBezTo>
                  <a:pt x="78" y="8"/>
                  <a:pt x="78" y="8"/>
                  <a:pt x="79" y="7"/>
                </a:cubicBezTo>
                <a:cubicBezTo>
                  <a:pt x="80" y="7"/>
                  <a:pt x="81" y="6"/>
                  <a:pt x="82" y="6"/>
                </a:cubicBezTo>
                <a:cubicBezTo>
                  <a:pt x="82" y="6"/>
                  <a:pt x="83" y="6"/>
                  <a:pt x="83" y="5"/>
                </a:cubicBezTo>
                <a:cubicBezTo>
                  <a:pt x="84" y="4"/>
                  <a:pt x="84" y="3"/>
                  <a:pt x="85" y="2"/>
                </a:cubicBezTo>
                <a:cubicBezTo>
                  <a:pt x="85" y="2"/>
                  <a:pt x="85" y="2"/>
                  <a:pt x="85" y="2"/>
                </a:cubicBezTo>
                <a:cubicBezTo>
                  <a:pt x="86" y="2"/>
                  <a:pt x="86" y="2"/>
                  <a:pt x="86" y="2"/>
                </a:cubicBezTo>
                <a:cubicBezTo>
                  <a:pt x="86" y="3"/>
                  <a:pt x="87" y="3"/>
                  <a:pt x="87" y="3"/>
                </a:cubicBezTo>
                <a:cubicBezTo>
                  <a:pt x="87" y="3"/>
                  <a:pt x="87" y="3"/>
                  <a:pt x="86" y="3"/>
                </a:cubicBezTo>
                <a:cubicBezTo>
                  <a:pt x="86" y="3"/>
                  <a:pt x="86" y="4"/>
                  <a:pt x="86" y="4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4" y="5"/>
                  <a:pt x="84" y="5"/>
                </a:cubicBezTo>
                <a:cubicBezTo>
                  <a:pt x="84" y="5"/>
                  <a:pt x="84" y="5"/>
                  <a:pt x="84" y="6"/>
                </a:cubicBezTo>
                <a:close/>
                <a:moveTo>
                  <a:pt x="83" y="2"/>
                </a:moveTo>
                <a:cubicBezTo>
                  <a:pt x="83" y="2"/>
                  <a:pt x="83" y="2"/>
                  <a:pt x="83" y="3"/>
                </a:cubicBezTo>
                <a:cubicBezTo>
                  <a:pt x="83" y="3"/>
                  <a:pt x="83" y="3"/>
                  <a:pt x="83" y="3"/>
                </a:cubicBezTo>
                <a:cubicBezTo>
                  <a:pt x="82" y="3"/>
                  <a:pt x="82" y="4"/>
                  <a:pt x="82" y="4"/>
                </a:cubicBezTo>
                <a:cubicBezTo>
                  <a:pt x="82" y="4"/>
                  <a:pt x="82" y="4"/>
                  <a:pt x="82" y="4"/>
                </a:cubicBezTo>
                <a:cubicBezTo>
                  <a:pt x="82" y="4"/>
                  <a:pt x="81" y="4"/>
                  <a:pt x="81" y="4"/>
                </a:cubicBezTo>
                <a:cubicBezTo>
                  <a:pt x="81" y="4"/>
                  <a:pt x="81" y="3"/>
                  <a:pt x="81" y="3"/>
                </a:cubicBezTo>
                <a:cubicBezTo>
                  <a:pt x="81" y="3"/>
                  <a:pt x="81" y="3"/>
                  <a:pt x="81" y="3"/>
                </a:cubicBezTo>
                <a:cubicBezTo>
                  <a:pt x="81" y="3"/>
                  <a:pt x="81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2" y="3"/>
                </a:cubicBezTo>
                <a:cubicBezTo>
                  <a:pt x="82" y="3"/>
                  <a:pt x="82" y="3"/>
                  <a:pt x="83" y="3"/>
                </a:cubicBezTo>
                <a:cubicBezTo>
                  <a:pt x="83" y="2"/>
                  <a:pt x="83" y="2"/>
                  <a:pt x="83" y="2"/>
                </a:cubicBezTo>
                <a:close/>
                <a:moveTo>
                  <a:pt x="80" y="5"/>
                </a:moveTo>
                <a:cubicBezTo>
                  <a:pt x="80" y="6"/>
                  <a:pt x="80" y="6"/>
                  <a:pt x="80" y="6"/>
                </a:cubicBezTo>
                <a:cubicBezTo>
                  <a:pt x="80" y="6"/>
                  <a:pt x="80" y="6"/>
                  <a:pt x="80" y="6"/>
                </a:cubicBezTo>
                <a:cubicBezTo>
                  <a:pt x="79" y="6"/>
                  <a:pt x="79" y="6"/>
                  <a:pt x="79" y="6"/>
                </a:cubicBezTo>
                <a:cubicBezTo>
                  <a:pt x="79" y="6"/>
                  <a:pt x="78" y="6"/>
                  <a:pt x="78" y="6"/>
                </a:cubicBezTo>
                <a:cubicBezTo>
                  <a:pt x="78" y="6"/>
                  <a:pt x="78" y="5"/>
                  <a:pt x="78" y="5"/>
                </a:cubicBezTo>
                <a:cubicBezTo>
                  <a:pt x="78" y="5"/>
                  <a:pt x="78" y="5"/>
                  <a:pt x="78" y="4"/>
                </a:cubicBezTo>
                <a:cubicBezTo>
                  <a:pt x="78" y="4"/>
                  <a:pt x="78" y="4"/>
                  <a:pt x="78" y="4"/>
                </a:cubicBezTo>
                <a:cubicBezTo>
                  <a:pt x="78" y="4"/>
                  <a:pt x="78" y="4"/>
                  <a:pt x="79" y="4"/>
                </a:cubicBezTo>
                <a:cubicBezTo>
                  <a:pt x="79" y="4"/>
                  <a:pt x="79" y="4"/>
                  <a:pt x="79" y="4"/>
                </a:cubicBezTo>
                <a:cubicBezTo>
                  <a:pt x="79" y="4"/>
                  <a:pt x="79" y="4"/>
                  <a:pt x="80" y="4"/>
                </a:cubicBezTo>
                <a:cubicBezTo>
                  <a:pt x="80" y="5"/>
                  <a:pt x="80" y="5"/>
                  <a:pt x="80" y="5"/>
                </a:cubicBezTo>
                <a:close/>
                <a:moveTo>
                  <a:pt x="77" y="9"/>
                </a:move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0"/>
                  <a:pt x="77" y="10"/>
                </a:cubicBezTo>
                <a:cubicBezTo>
                  <a:pt x="77" y="10"/>
                  <a:pt x="77" y="11"/>
                  <a:pt x="77" y="11"/>
                </a:cubicBezTo>
                <a:cubicBezTo>
                  <a:pt x="76" y="11"/>
                  <a:pt x="76" y="10"/>
                  <a:pt x="76" y="10"/>
                </a:cubicBezTo>
                <a:cubicBezTo>
                  <a:pt x="75" y="10"/>
                  <a:pt x="75" y="10"/>
                  <a:pt x="75" y="10"/>
                </a:cubicBezTo>
                <a:cubicBezTo>
                  <a:pt x="75" y="10"/>
                  <a:pt x="75" y="9"/>
                  <a:pt x="75" y="9"/>
                </a:cubicBezTo>
                <a:cubicBezTo>
                  <a:pt x="75" y="9"/>
                  <a:pt x="76" y="9"/>
                  <a:pt x="76" y="9"/>
                </a:cubicBezTo>
                <a:cubicBezTo>
                  <a:pt x="76" y="8"/>
                  <a:pt x="77" y="8"/>
                  <a:pt x="77" y="8"/>
                </a:cubicBezTo>
                <a:cubicBezTo>
                  <a:pt x="77" y="8"/>
                  <a:pt x="77" y="8"/>
                  <a:pt x="77" y="8"/>
                </a:cubicBezTo>
                <a:cubicBezTo>
                  <a:pt x="77" y="9"/>
                  <a:pt x="77" y="9"/>
                  <a:pt x="77" y="9"/>
                </a:cubicBezTo>
                <a:cubicBezTo>
                  <a:pt x="77" y="9"/>
                  <a:pt x="77" y="9"/>
                  <a:pt x="77" y="9"/>
                </a:cubicBezTo>
                <a:close/>
                <a:moveTo>
                  <a:pt x="118" y="15"/>
                </a:moveTo>
                <a:cubicBezTo>
                  <a:pt x="118" y="15"/>
                  <a:pt x="118" y="15"/>
                  <a:pt x="117" y="15"/>
                </a:cubicBezTo>
                <a:cubicBezTo>
                  <a:pt x="117" y="15"/>
                  <a:pt x="117" y="15"/>
                  <a:pt x="116" y="15"/>
                </a:cubicBezTo>
                <a:cubicBezTo>
                  <a:pt x="115" y="15"/>
                  <a:pt x="114" y="15"/>
                  <a:pt x="114" y="15"/>
                </a:cubicBezTo>
                <a:cubicBezTo>
                  <a:pt x="113" y="15"/>
                  <a:pt x="113" y="15"/>
                  <a:pt x="113" y="14"/>
                </a:cubicBezTo>
                <a:cubicBezTo>
                  <a:pt x="113" y="14"/>
                  <a:pt x="113" y="14"/>
                  <a:pt x="113" y="14"/>
                </a:cubicBezTo>
                <a:cubicBezTo>
                  <a:pt x="113" y="13"/>
                  <a:pt x="112" y="13"/>
                  <a:pt x="112" y="13"/>
                </a:cubicBezTo>
                <a:cubicBezTo>
                  <a:pt x="111" y="12"/>
                  <a:pt x="111" y="12"/>
                  <a:pt x="110" y="12"/>
                </a:cubicBezTo>
                <a:cubicBezTo>
                  <a:pt x="110" y="12"/>
                  <a:pt x="110" y="11"/>
                  <a:pt x="110" y="11"/>
                </a:cubicBezTo>
                <a:cubicBezTo>
                  <a:pt x="110" y="11"/>
                  <a:pt x="110" y="12"/>
                  <a:pt x="110" y="12"/>
                </a:cubicBezTo>
                <a:cubicBezTo>
                  <a:pt x="110" y="12"/>
                  <a:pt x="110" y="12"/>
                  <a:pt x="110" y="13"/>
                </a:cubicBezTo>
                <a:cubicBezTo>
                  <a:pt x="110" y="14"/>
                  <a:pt x="110" y="14"/>
                  <a:pt x="110" y="15"/>
                </a:cubicBezTo>
                <a:cubicBezTo>
                  <a:pt x="110" y="16"/>
                  <a:pt x="110" y="16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10" y="17"/>
                  <a:pt x="110" y="17"/>
                  <a:pt x="110" y="17"/>
                </a:cubicBezTo>
                <a:cubicBezTo>
                  <a:pt x="109" y="17"/>
                  <a:pt x="109" y="17"/>
                  <a:pt x="109" y="17"/>
                </a:cubicBezTo>
                <a:cubicBezTo>
                  <a:pt x="109" y="17"/>
                  <a:pt x="108" y="17"/>
                  <a:pt x="108" y="17"/>
                </a:cubicBezTo>
                <a:cubicBezTo>
                  <a:pt x="107" y="16"/>
                  <a:pt x="107" y="16"/>
                  <a:pt x="106" y="16"/>
                </a:cubicBezTo>
                <a:cubicBezTo>
                  <a:pt x="106" y="15"/>
                  <a:pt x="105" y="15"/>
                  <a:pt x="105" y="15"/>
                </a:cubicBezTo>
                <a:cubicBezTo>
                  <a:pt x="105" y="15"/>
                  <a:pt x="105" y="15"/>
                  <a:pt x="105" y="15"/>
                </a:cubicBezTo>
                <a:cubicBezTo>
                  <a:pt x="105" y="15"/>
                  <a:pt x="105" y="15"/>
                  <a:pt x="106" y="15"/>
                </a:cubicBezTo>
                <a:cubicBezTo>
                  <a:pt x="106" y="15"/>
                  <a:pt x="107" y="15"/>
                  <a:pt x="107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5"/>
                  <a:pt x="108" y="15"/>
                  <a:pt x="108" y="15"/>
                </a:cubicBezTo>
                <a:cubicBezTo>
                  <a:pt x="108" y="14"/>
                  <a:pt x="108" y="14"/>
                  <a:pt x="108" y="13"/>
                </a:cubicBezTo>
                <a:cubicBezTo>
                  <a:pt x="108" y="12"/>
                  <a:pt x="108" y="12"/>
                  <a:pt x="108" y="11"/>
                </a:cubicBezTo>
                <a:cubicBezTo>
                  <a:pt x="108" y="10"/>
                  <a:pt x="108" y="9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8" y="8"/>
                  <a:pt x="108" y="8"/>
                </a:cubicBezTo>
                <a:cubicBezTo>
                  <a:pt x="108" y="8"/>
                  <a:pt x="107" y="8"/>
                  <a:pt x="106" y="8"/>
                </a:cubicBezTo>
                <a:cubicBezTo>
                  <a:pt x="106" y="8"/>
                  <a:pt x="105" y="8"/>
                  <a:pt x="105" y="8"/>
                </a:cubicBezTo>
                <a:cubicBezTo>
                  <a:pt x="105" y="8"/>
                  <a:pt x="105" y="8"/>
                  <a:pt x="105" y="8"/>
                </a:cubicBezTo>
                <a:cubicBezTo>
                  <a:pt x="104" y="8"/>
                  <a:pt x="104" y="8"/>
                  <a:pt x="104" y="8"/>
                </a:cubicBezTo>
                <a:cubicBezTo>
                  <a:pt x="104" y="8"/>
                  <a:pt x="104" y="8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4" y="7"/>
                  <a:pt x="104" y="7"/>
                </a:cubicBezTo>
                <a:cubicBezTo>
                  <a:pt x="104" y="7"/>
                  <a:pt x="105" y="6"/>
                  <a:pt x="105" y="6"/>
                </a:cubicBezTo>
                <a:cubicBezTo>
                  <a:pt x="106" y="6"/>
                  <a:pt x="107" y="6"/>
                  <a:pt x="107" y="6"/>
                </a:cubicBezTo>
                <a:cubicBezTo>
                  <a:pt x="107" y="6"/>
                  <a:pt x="108" y="6"/>
                  <a:pt x="108" y="6"/>
                </a:cubicBezTo>
                <a:cubicBezTo>
                  <a:pt x="108" y="6"/>
                  <a:pt x="108" y="6"/>
                  <a:pt x="108" y="6"/>
                </a:cubicBezTo>
                <a:lnTo>
                  <a:pt x="108" y="5"/>
                </a:lnTo>
                <a:cubicBezTo>
                  <a:pt x="108" y="4"/>
                  <a:pt x="108" y="4"/>
                  <a:pt x="108" y="3"/>
                </a:cubicBezTo>
                <a:cubicBezTo>
                  <a:pt x="108" y="3"/>
                  <a:pt x="108" y="3"/>
                  <a:pt x="109" y="2"/>
                </a:cubicBezTo>
                <a:cubicBezTo>
                  <a:pt x="109" y="2"/>
                  <a:pt x="109" y="1"/>
                  <a:pt x="109" y="1"/>
                </a:cubicBezTo>
                <a:cubicBezTo>
                  <a:pt x="109" y="1"/>
                  <a:pt x="109" y="1"/>
                  <a:pt x="109" y="1"/>
                </a:cubicBezTo>
                <a:cubicBezTo>
                  <a:pt x="109" y="1"/>
                  <a:pt x="109" y="1"/>
                  <a:pt x="110" y="1"/>
                </a:cubicBezTo>
                <a:cubicBezTo>
                  <a:pt x="110" y="1"/>
                  <a:pt x="110" y="1"/>
                  <a:pt x="110" y="1"/>
                </a:cubicBezTo>
                <a:cubicBezTo>
                  <a:pt x="110" y="2"/>
                  <a:pt x="110" y="2"/>
                  <a:pt x="110" y="2"/>
                </a:cubicBezTo>
                <a:cubicBezTo>
                  <a:pt x="110" y="2"/>
                  <a:pt x="110" y="3"/>
                  <a:pt x="110" y="3"/>
                </a:cubicBezTo>
                <a:lnTo>
                  <a:pt x="110" y="4"/>
                </a:lnTo>
                <a:lnTo>
                  <a:pt x="110" y="5"/>
                </a:lnTo>
                <a:cubicBezTo>
                  <a:pt x="110" y="5"/>
                  <a:pt x="110" y="5"/>
                  <a:pt x="110" y="5"/>
                </a:cubicBezTo>
                <a:cubicBezTo>
                  <a:pt x="110" y="5"/>
                  <a:pt x="110" y="5"/>
                  <a:pt x="110" y="5"/>
                </a:cubicBezTo>
                <a:cubicBezTo>
                  <a:pt x="111" y="5"/>
                  <a:pt x="111" y="5"/>
                  <a:pt x="111" y="5"/>
                </a:cubicBezTo>
                <a:cubicBezTo>
                  <a:pt x="111" y="5"/>
                  <a:pt x="112" y="5"/>
                  <a:pt x="112" y="5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6"/>
                  <a:pt x="112" y="6"/>
                  <a:pt x="112" y="6"/>
                </a:cubicBezTo>
                <a:cubicBezTo>
                  <a:pt x="112" y="7"/>
                  <a:pt x="112" y="7"/>
                  <a:pt x="112" y="7"/>
                </a:cubicBezTo>
                <a:cubicBezTo>
                  <a:pt x="112" y="7"/>
                  <a:pt x="111" y="7"/>
                  <a:pt x="111" y="7"/>
                </a:cubicBezTo>
                <a:cubicBezTo>
                  <a:pt x="111" y="7"/>
                  <a:pt x="110" y="7"/>
                  <a:pt x="110" y="7"/>
                </a:cubicBezTo>
                <a:cubicBezTo>
                  <a:pt x="110" y="7"/>
                  <a:pt x="110" y="7"/>
                  <a:pt x="110" y="7"/>
                </a:cubicBezTo>
                <a:cubicBezTo>
                  <a:pt x="109" y="7"/>
                  <a:pt x="109" y="8"/>
                  <a:pt x="109" y="8"/>
                </a:cubicBezTo>
                <a:cubicBezTo>
                  <a:pt x="109" y="8"/>
                  <a:pt x="109" y="8"/>
                  <a:pt x="109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0" y="9"/>
                  <a:pt x="110" y="9"/>
                </a:cubicBezTo>
                <a:cubicBezTo>
                  <a:pt x="110" y="9"/>
                  <a:pt x="111" y="9"/>
                  <a:pt x="111" y="9"/>
                </a:cubicBezTo>
                <a:cubicBezTo>
                  <a:pt x="112" y="8"/>
                  <a:pt x="112" y="8"/>
                  <a:pt x="113" y="7"/>
                </a:cubicBezTo>
                <a:cubicBezTo>
                  <a:pt x="113" y="7"/>
                  <a:pt x="113" y="7"/>
                  <a:pt x="113" y="7"/>
                </a:cubicBezTo>
                <a:cubicBezTo>
                  <a:pt x="113" y="7"/>
                  <a:pt x="113" y="7"/>
                  <a:pt x="114" y="8"/>
                </a:cubicBezTo>
                <a:cubicBezTo>
                  <a:pt x="114" y="8"/>
                  <a:pt x="114" y="8"/>
                  <a:pt x="114" y="8"/>
                </a:cubicBezTo>
                <a:cubicBezTo>
                  <a:pt x="114" y="8"/>
                  <a:pt x="114" y="8"/>
                  <a:pt x="113" y="8"/>
                </a:cubicBezTo>
                <a:cubicBezTo>
                  <a:pt x="113" y="8"/>
                  <a:pt x="113" y="9"/>
                  <a:pt x="113" y="9"/>
                </a:cubicBezTo>
                <a:cubicBezTo>
                  <a:pt x="112" y="9"/>
                  <a:pt x="112" y="9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0"/>
                  <a:pt x="111" y="10"/>
                  <a:pt x="111" y="10"/>
                </a:cubicBezTo>
                <a:cubicBezTo>
                  <a:pt x="111" y="11"/>
                  <a:pt x="111" y="11"/>
                  <a:pt x="112" y="11"/>
                </a:cubicBezTo>
                <a:cubicBezTo>
                  <a:pt x="112" y="12"/>
                  <a:pt x="113" y="12"/>
                  <a:pt x="113" y="12"/>
                </a:cubicBezTo>
                <a:cubicBezTo>
                  <a:pt x="114" y="13"/>
                  <a:pt x="114" y="13"/>
                  <a:pt x="115" y="13"/>
                </a:cubicBezTo>
                <a:cubicBezTo>
                  <a:pt x="117" y="14"/>
                  <a:pt x="118" y="14"/>
                  <a:pt x="118" y="15"/>
                </a:cubicBezTo>
                <a:close/>
                <a:moveTo>
                  <a:pt x="113" y="3"/>
                </a:moveTo>
                <a:cubicBezTo>
                  <a:pt x="113" y="3"/>
                  <a:pt x="113" y="3"/>
                  <a:pt x="113" y="3"/>
                </a:cubicBezTo>
                <a:cubicBezTo>
                  <a:pt x="113" y="3"/>
                  <a:pt x="113" y="3"/>
                  <a:pt x="114" y="3"/>
                </a:cubicBezTo>
                <a:cubicBezTo>
                  <a:pt x="114" y="4"/>
                  <a:pt x="114" y="4"/>
                  <a:pt x="114" y="4"/>
                </a:cubicBezTo>
                <a:cubicBezTo>
                  <a:pt x="115" y="4"/>
                  <a:pt x="115" y="5"/>
                  <a:pt x="115" y="5"/>
                </a:cubicBezTo>
                <a:cubicBezTo>
                  <a:pt x="115" y="5"/>
                  <a:pt x="115" y="5"/>
                  <a:pt x="114" y="5"/>
                </a:cubicBezTo>
                <a:cubicBezTo>
                  <a:pt x="114" y="5"/>
                  <a:pt x="114" y="5"/>
                  <a:pt x="113" y="5"/>
                </a:cubicBezTo>
                <a:cubicBezTo>
                  <a:pt x="113" y="5"/>
                  <a:pt x="113" y="5"/>
                  <a:pt x="113" y="5"/>
                </a:cubicBezTo>
                <a:cubicBezTo>
                  <a:pt x="112" y="5"/>
                  <a:pt x="112" y="5"/>
                  <a:pt x="112" y="4"/>
                </a:cubicBezTo>
                <a:cubicBezTo>
                  <a:pt x="112" y="4"/>
                  <a:pt x="112" y="4"/>
                  <a:pt x="112" y="4"/>
                </a:cubicBezTo>
                <a:cubicBezTo>
                  <a:pt x="112" y="4"/>
                  <a:pt x="112" y="3"/>
                  <a:pt x="112" y="3"/>
                </a:cubicBezTo>
                <a:cubicBezTo>
                  <a:pt x="112" y="3"/>
                  <a:pt x="113" y="3"/>
                  <a:pt x="113" y="3"/>
                </a:cubicBezTo>
                <a:close/>
                <a:moveTo>
                  <a:pt x="105" y="9"/>
                </a:moveTo>
                <a:cubicBezTo>
                  <a:pt x="105" y="9"/>
                  <a:pt x="105" y="9"/>
                  <a:pt x="105" y="9"/>
                </a:cubicBezTo>
                <a:cubicBezTo>
                  <a:pt x="105" y="9"/>
                  <a:pt x="105" y="9"/>
                  <a:pt x="106" y="9"/>
                </a:cubicBezTo>
                <a:cubicBezTo>
                  <a:pt x="106" y="10"/>
                  <a:pt x="107" y="10"/>
                  <a:pt x="107" y="10"/>
                </a:cubicBezTo>
                <a:cubicBezTo>
                  <a:pt x="107" y="11"/>
                  <a:pt x="106" y="11"/>
                  <a:pt x="106" y="11"/>
                </a:cubicBezTo>
                <a:cubicBezTo>
                  <a:pt x="105" y="11"/>
                  <a:pt x="105" y="11"/>
                  <a:pt x="105" y="11"/>
                </a:cubicBezTo>
                <a:cubicBezTo>
                  <a:pt x="105" y="11"/>
                  <a:pt x="104" y="11"/>
                  <a:pt x="104" y="10"/>
                </a:cubicBezTo>
                <a:cubicBezTo>
                  <a:pt x="104" y="10"/>
                  <a:pt x="104" y="10"/>
                  <a:pt x="104" y="10"/>
                </a:cubicBezTo>
                <a:cubicBezTo>
                  <a:pt x="104" y="9"/>
                  <a:pt x="104" y="9"/>
                  <a:pt x="104" y="9"/>
                </a:cubicBezTo>
                <a:cubicBezTo>
                  <a:pt x="104" y="9"/>
                  <a:pt x="105" y="9"/>
                  <a:pt x="105" y="9"/>
                </a:cubicBezTo>
                <a:close/>
                <a:moveTo>
                  <a:pt x="108" y="11"/>
                </a:moveTo>
                <a:cubicBezTo>
                  <a:pt x="108" y="11"/>
                  <a:pt x="107" y="11"/>
                  <a:pt x="107" y="11"/>
                </a:cubicBezTo>
                <a:cubicBezTo>
                  <a:pt x="107" y="12"/>
                  <a:pt x="107" y="12"/>
                  <a:pt x="107" y="12"/>
                </a:cubicBezTo>
                <a:cubicBezTo>
                  <a:pt x="106" y="12"/>
                  <a:pt x="106" y="12"/>
                  <a:pt x="106" y="13"/>
                </a:cubicBezTo>
                <a:cubicBezTo>
                  <a:pt x="106" y="13"/>
                  <a:pt x="105" y="14"/>
                  <a:pt x="104" y="14"/>
                </a:cubicBezTo>
                <a:cubicBezTo>
                  <a:pt x="104" y="14"/>
                  <a:pt x="104" y="14"/>
                  <a:pt x="104" y="15"/>
                </a:cubicBezTo>
                <a:cubicBezTo>
                  <a:pt x="104" y="15"/>
                  <a:pt x="104" y="15"/>
                  <a:pt x="104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3" y="15"/>
                  <a:pt x="103" y="15"/>
                  <a:pt x="103" y="15"/>
                </a:cubicBezTo>
                <a:cubicBezTo>
                  <a:pt x="102" y="14"/>
                  <a:pt x="102" y="14"/>
                  <a:pt x="102" y="14"/>
                </a:cubicBezTo>
                <a:cubicBezTo>
                  <a:pt x="102" y="14"/>
                  <a:pt x="102" y="14"/>
                  <a:pt x="103" y="14"/>
                </a:cubicBezTo>
                <a:cubicBezTo>
                  <a:pt x="103" y="13"/>
                  <a:pt x="104" y="13"/>
                  <a:pt x="104" y="13"/>
                </a:cubicBezTo>
                <a:cubicBezTo>
                  <a:pt x="105" y="12"/>
                  <a:pt x="106" y="11"/>
                  <a:pt x="107" y="11"/>
                </a:cubicBezTo>
                <a:cubicBezTo>
                  <a:pt x="107" y="11"/>
                  <a:pt x="107" y="11"/>
                  <a:pt x="107" y="11"/>
                </a:cubicBezTo>
                <a:cubicBezTo>
                  <a:pt x="107" y="11"/>
                  <a:pt x="108" y="11"/>
                  <a:pt x="108" y="11"/>
                </a:cubicBezTo>
                <a:close/>
                <a:moveTo>
                  <a:pt x="127" y="13"/>
                </a:moveTo>
                <a:cubicBezTo>
                  <a:pt x="127" y="13"/>
                  <a:pt x="127" y="13"/>
                  <a:pt x="127" y="14"/>
                </a:cubicBezTo>
                <a:cubicBezTo>
                  <a:pt x="127" y="14"/>
                  <a:pt x="127" y="14"/>
                  <a:pt x="128" y="14"/>
                </a:cubicBezTo>
                <a:cubicBezTo>
                  <a:pt x="128" y="14"/>
                  <a:pt x="129" y="15"/>
                  <a:pt x="129" y="15"/>
                </a:cubicBezTo>
                <a:cubicBezTo>
                  <a:pt x="130" y="15"/>
                  <a:pt x="130" y="15"/>
                  <a:pt x="131" y="15"/>
                </a:cubicBezTo>
                <a:cubicBezTo>
                  <a:pt x="131" y="16"/>
                  <a:pt x="132" y="16"/>
                  <a:pt x="134" y="16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5" y="17"/>
                  <a:pt x="135" y="17"/>
                  <a:pt x="135" y="17"/>
                </a:cubicBezTo>
                <a:cubicBezTo>
                  <a:pt x="134" y="18"/>
                  <a:pt x="134" y="18"/>
                  <a:pt x="133" y="18"/>
                </a:cubicBezTo>
                <a:cubicBezTo>
                  <a:pt x="133" y="18"/>
                  <a:pt x="132" y="18"/>
                  <a:pt x="131" y="18"/>
                </a:cubicBezTo>
                <a:cubicBezTo>
                  <a:pt x="131" y="18"/>
                  <a:pt x="130" y="17"/>
                  <a:pt x="130" y="17"/>
                </a:cubicBezTo>
                <a:cubicBezTo>
                  <a:pt x="130" y="17"/>
                  <a:pt x="129" y="17"/>
                  <a:pt x="129" y="17"/>
                </a:cubicBezTo>
                <a:cubicBezTo>
                  <a:pt x="129" y="17"/>
                  <a:pt x="129" y="17"/>
                  <a:pt x="129" y="17"/>
                </a:cubicBezTo>
                <a:cubicBezTo>
                  <a:pt x="129" y="16"/>
                  <a:pt x="129" y="16"/>
                  <a:pt x="129" y="16"/>
                </a:cubicBezTo>
                <a:cubicBezTo>
                  <a:pt x="128" y="15"/>
                  <a:pt x="128" y="15"/>
                  <a:pt x="127" y="15"/>
                </a:cubicBezTo>
                <a:cubicBezTo>
                  <a:pt x="126" y="15"/>
                  <a:pt x="126" y="14"/>
                  <a:pt x="126" y="14"/>
                </a:cubicBezTo>
                <a:cubicBezTo>
                  <a:pt x="125" y="14"/>
                  <a:pt x="125" y="14"/>
                  <a:pt x="124" y="14"/>
                </a:cubicBezTo>
                <a:cubicBezTo>
                  <a:pt x="124" y="13"/>
                  <a:pt x="123" y="13"/>
                  <a:pt x="123" y="13"/>
                </a:cubicBezTo>
                <a:cubicBezTo>
                  <a:pt x="123" y="13"/>
                  <a:pt x="123" y="13"/>
                  <a:pt x="123" y="14"/>
                </a:cubicBezTo>
                <a:cubicBezTo>
                  <a:pt x="123" y="14"/>
                  <a:pt x="122" y="14"/>
                  <a:pt x="122" y="14"/>
                </a:cubicBezTo>
                <a:cubicBezTo>
                  <a:pt x="122" y="14"/>
                  <a:pt x="122" y="15"/>
                  <a:pt x="122" y="15"/>
                </a:cubicBezTo>
                <a:cubicBezTo>
                  <a:pt x="122" y="15"/>
                  <a:pt x="122" y="15"/>
                  <a:pt x="122" y="15"/>
                </a:cubicBezTo>
                <a:cubicBezTo>
                  <a:pt x="121" y="15"/>
                  <a:pt x="121" y="15"/>
                  <a:pt x="120" y="15"/>
                </a:cubicBezTo>
                <a:cubicBezTo>
                  <a:pt x="120" y="16"/>
                  <a:pt x="119" y="16"/>
                  <a:pt x="119" y="16"/>
                </a:cubicBezTo>
                <a:cubicBezTo>
                  <a:pt x="119" y="16"/>
                  <a:pt x="119" y="16"/>
                  <a:pt x="118" y="16"/>
                </a:cubicBezTo>
                <a:cubicBezTo>
                  <a:pt x="118" y="15"/>
                  <a:pt x="118" y="15"/>
                  <a:pt x="118" y="15"/>
                </a:cubicBezTo>
                <a:cubicBezTo>
                  <a:pt x="118" y="15"/>
                  <a:pt x="119" y="15"/>
                  <a:pt x="119" y="15"/>
                </a:cubicBezTo>
                <a:cubicBezTo>
                  <a:pt x="120" y="15"/>
                  <a:pt x="120" y="15"/>
                  <a:pt x="121" y="14"/>
                </a:cubicBezTo>
                <a:cubicBezTo>
                  <a:pt x="121" y="14"/>
                  <a:pt x="122" y="13"/>
                  <a:pt x="122" y="12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1"/>
                  <a:pt x="123" y="11"/>
                  <a:pt x="123" y="11"/>
                </a:cubicBezTo>
                <a:cubicBezTo>
                  <a:pt x="123" y="10"/>
                  <a:pt x="123" y="10"/>
                  <a:pt x="123" y="10"/>
                </a:cubicBezTo>
                <a:cubicBezTo>
                  <a:pt x="122" y="10"/>
                  <a:pt x="122" y="11"/>
                  <a:pt x="122" y="11"/>
                </a:cubicBezTo>
                <a:cubicBezTo>
                  <a:pt x="122" y="11"/>
                  <a:pt x="121" y="11"/>
                  <a:pt x="121" y="11"/>
                </a:cubicBezTo>
                <a:cubicBezTo>
                  <a:pt x="120" y="11"/>
                  <a:pt x="120" y="11"/>
                  <a:pt x="120" y="11"/>
                </a:cubicBezTo>
                <a:cubicBezTo>
                  <a:pt x="120" y="11"/>
                  <a:pt x="119" y="11"/>
                  <a:pt x="119" y="11"/>
                </a:cubicBezTo>
                <a:cubicBezTo>
                  <a:pt x="119" y="11"/>
                  <a:pt x="119" y="11"/>
                  <a:pt x="119" y="11"/>
                </a:cubicBezTo>
                <a:cubicBezTo>
                  <a:pt x="119" y="11"/>
                  <a:pt x="119" y="11"/>
                  <a:pt x="119" y="10"/>
                </a:cubicBezTo>
                <a:cubicBezTo>
                  <a:pt x="119" y="10"/>
                  <a:pt x="119" y="10"/>
                  <a:pt x="119" y="10"/>
                </a:cubicBezTo>
                <a:cubicBezTo>
                  <a:pt x="120" y="10"/>
                  <a:pt x="121" y="10"/>
                  <a:pt x="123" y="9"/>
                </a:cubicBezTo>
                <a:cubicBezTo>
                  <a:pt x="124" y="9"/>
                  <a:pt x="126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7" y="8"/>
                  <a:pt x="127" y="8"/>
                  <a:pt x="127" y="8"/>
                </a:cubicBezTo>
                <a:cubicBezTo>
                  <a:pt x="126" y="7"/>
                  <a:pt x="126" y="7"/>
                  <a:pt x="126" y="7"/>
                </a:cubicBezTo>
                <a:cubicBezTo>
                  <a:pt x="126" y="7"/>
                  <a:pt x="126" y="7"/>
                  <a:pt x="125" y="7"/>
                </a:cubicBezTo>
                <a:cubicBezTo>
                  <a:pt x="125" y="8"/>
                  <a:pt x="125" y="8"/>
                  <a:pt x="125" y="8"/>
                </a:cubicBezTo>
                <a:cubicBezTo>
                  <a:pt x="125" y="8"/>
                  <a:pt x="124" y="8"/>
                  <a:pt x="124" y="8"/>
                </a:cubicBezTo>
                <a:cubicBezTo>
                  <a:pt x="124" y="8"/>
                  <a:pt x="124" y="8"/>
                  <a:pt x="123" y="7"/>
                </a:cubicBezTo>
                <a:cubicBezTo>
                  <a:pt x="123" y="7"/>
                  <a:pt x="123" y="7"/>
                  <a:pt x="123" y="6"/>
                </a:cubicBezTo>
                <a:cubicBezTo>
                  <a:pt x="123" y="5"/>
                  <a:pt x="123" y="4"/>
                  <a:pt x="123" y="3"/>
                </a:cubicBezTo>
                <a:cubicBezTo>
                  <a:pt x="123" y="3"/>
                  <a:pt x="123" y="2"/>
                  <a:pt x="124" y="2"/>
                </a:cubicBezTo>
                <a:cubicBezTo>
                  <a:pt x="124" y="2"/>
                  <a:pt x="124" y="2"/>
                  <a:pt x="125" y="2"/>
                </a:cubicBezTo>
                <a:cubicBezTo>
                  <a:pt x="126" y="2"/>
                  <a:pt x="127" y="2"/>
                  <a:pt x="128" y="2"/>
                </a:cubicBezTo>
                <a:cubicBezTo>
                  <a:pt x="128" y="2"/>
                  <a:pt x="129" y="2"/>
                  <a:pt x="129" y="2"/>
                </a:cubicBezTo>
                <a:cubicBezTo>
                  <a:pt x="129" y="2"/>
                  <a:pt x="130" y="2"/>
                  <a:pt x="130" y="2"/>
                </a:cubicBezTo>
                <a:cubicBezTo>
                  <a:pt x="130" y="2"/>
                  <a:pt x="130" y="2"/>
                  <a:pt x="129" y="3"/>
                </a:cubicBezTo>
                <a:cubicBezTo>
                  <a:pt x="129" y="3"/>
                  <a:pt x="129" y="3"/>
                  <a:pt x="129" y="3"/>
                </a:cubicBezTo>
                <a:cubicBezTo>
                  <a:pt x="129" y="4"/>
                  <a:pt x="129" y="4"/>
                  <a:pt x="129" y="4"/>
                </a:cubicBezTo>
                <a:lnTo>
                  <a:pt x="129" y="6"/>
                </a:lnTo>
                <a:cubicBezTo>
                  <a:pt x="129" y="7"/>
                  <a:pt x="129" y="7"/>
                  <a:pt x="129" y="7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29" y="8"/>
                  <a:pt x="129" y="8"/>
                </a:cubicBezTo>
                <a:cubicBezTo>
                  <a:pt x="129" y="8"/>
                  <a:pt x="130" y="8"/>
                  <a:pt x="130" y="8"/>
                </a:cubicBezTo>
                <a:cubicBezTo>
                  <a:pt x="130" y="8"/>
                  <a:pt x="130" y="8"/>
                  <a:pt x="131" y="8"/>
                </a:cubicBezTo>
                <a:cubicBezTo>
                  <a:pt x="131" y="8"/>
                  <a:pt x="131" y="8"/>
                  <a:pt x="131" y="8"/>
                </a:cubicBezTo>
                <a:cubicBezTo>
                  <a:pt x="131" y="8"/>
                  <a:pt x="131" y="8"/>
                  <a:pt x="131" y="9"/>
                </a:cubicBezTo>
                <a:cubicBezTo>
                  <a:pt x="131" y="9"/>
                  <a:pt x="131" y="9"/>
                  <a:pt x="131" y="9"/>
                </a:cubicBezTo>
                <a:cubicBezTo>
                  <a:pt x="131" y="9"/>
                  <a:pt x="131" y="10"/>
                  <a:pt x="131" y="10"/>
                </a:cubicBezTo>
                <a:cubicBezTo>
                  <a:pt x="130" y="10"/>
                  <a:pt x="130" y="10"/>
                  <a:pt x="129" y="10"/>
                </a:cubicBezTo>
                <a:cubicBezTo>
                  <a:pt x="128" y="10"/>
                  <a:pt x="128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0"/>
                  <a:pt x="127" y="10"/>
                </a:cubicBezTo>
                <a:cubicBezTo>
                  <a:pt x="127" y="10"/>
                  <a:pt x="127" y="11"/>
                  <a:pt x="127" y="11"/>
                </a:cubicBezTo>
                <a:cubicBezTo>
                  <a:pt x="127" y="11"/>
                  <a:pt x="127" y="11"/>
                  <a:pt x="128" y="11"/>
                </a:cubicBezTo>
                <a:cubicBezTo>
                  <a:pt x="128" y="11"/>
                  <a:pt x="128" y="11"/>
                  <a:pt x="128" y="11"/>
                </a:cubicBezTo>
                <a:cubicBezTo>
                  <a:pt x="128" y="10"/>
                  <a:pt x="129" y="10"/>
                  <a:pt x="129" y="10"/>
                </a:cubicBezTo>
                <a:cubicBezTo>
                  <a:pt x="129" y="10"/>
                  <a:pt x="129" y="11"/>
                  <a:pt x="129" y="11"/>
                </a:cubicBezTo>
                <a:cubicBezTo>
                  <a:pt x="129" y="11"/>
                  <a:pt x="129" y="11"/>
                  <a:pt x="129" y="11"/>
                </a:cubicBezTo>
                <a:cubicBezTo>
                  <a:pt x="129" y="11"/>
                  <a:pt x="129" y="12"/>
                  <a:pt x="129" y="12"/>
                </a:cubicBezTo>
                <a:cubicBezTo>
                  <a:pt x="129" y="12"/>
                  <a:pt x="129" y="12"/>
                  <a:pt x="128" y="12"/>
                </a:cubicBezTo>
                <a:cubicBezTo>
                  <a:pt x="128" y="12"/>
                  <a:pt x="128" y="12"/>
                  <a:pt x="127" y="12"/>
                </a:cubicBezTo>
                <a:cubicBezTo>
                  <a:pt x="127" y="12"/>
                  <a:pt x="127" y="12"/>
                  <a:pt x="127" y="12"/>
                </a:cubicBezTo>
                <a:cubicBezTo>
                  <a:pt x="127" y="12"/>
                  <a:pt x="127" y="13"/>
                  <a:pt x="127" y="13"/>
                </a:cubicBezTo>
                <a:cubicBezTo>
                  <a:pt x="127" y="13"/>
                  <a:pt x="127" y="13"/>
                  <a:pt x="127" y="13"/>
                </a:cubicBezTo>
                <a:close/>
                <a:moveTo>
                  <a:pt x="148" y="11"/>
                </a:moveTo>
                <a:cubicBezTo>
                  <a:pt x="148" y="12"/>
                  <a:pt x="148" y="13"/>
                  <a:pt x="148" y="14"/>
                </a:cubicBezTo>
                <a:cubicBezTo>
                  <a:pt x="148" y="15"/>
                  <a:pt x="148" y="15"/>
                  <a:pt x="148" y="16"/>
                </a:cubicBezTo>
                <a:cubicBezTo>
                  <a:pt x="148" y="16"/>
                  <a:pt x="148" y="16"/>
                  <a:pt x="148" y="17"/>
                </a:cubicBezTo>
                <a:cubicBezTo>
                  <a:pt x="148" y="17"/>
                  <a:pt x="148" y="17"/>
                  <a:pt x="148" y="17"/>
                </a:cubicBezTo>
                <a:cubicBezTo>
                  <a:pt x="148" y="18"/>
                  <a:pt x="148" y="18"/>
                  <a:pt x="148" y="18"/>
                </a:cubicBezTo>
                <a:cubicBezTo>
                  <a:pt x="148" y="18"/>
                  <a:pt x="147" y="18"/>
                  <a:pt x="146" y="17"/>
                </a:cubicBezTo>
                <a:cubicBezTo>
                  <a:pt x="145" y="17"/>
                  <a:pt x="144" y="16"/>
                  <a:pt x="144" y="16"/>
                </a:cubicBezTo>
                <a:cubicBezTo>
                  <a:pt x="143" y="16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3" y="15"/>
                  <a:pt x="143" y="15"/>
                  <a:pt x="143" y="15"/>
                </a:cubicBezTo>
                <a:cubicBezTo>
                  <a:pt x="144" y="16"/>
                  <a:pt x="145" y="16"/>
                  <a:pt x="146" y="16"/>
                </a:cubicBezTo>
                <a:cubicBezTo>
                  <a:pt x="146" y="16"/>
                  <a:pt x="147" y="16"/>
                  <a:pt x="147" y="16"/>
                </a:cubicBezTo>
                <a:cubicBezTo>
                  <a:pt x="147" y="16"/>
                  <a:pt x="147" y="15"/>
                  <a:pt x="147" y="15"/>
                </a:cubicBezTo>
                <a:cubicBezTo>
                  <a:pt x="147" y="14"/>
                  <a:pt x="147" y="14"/>
                  <a:pt x="147" y="12"/>
                </a:cubicBezTo>
                <a:cubicBezTo>
                  <a:pt x="147" y="11"/>
                  <a:pt x="146" y="9"/>
                  <a:pt x="146" y="8"/>
                </a:cubicBezTo>
                <a:lnTo>
                  <a:pt x="146" y="5"/>
                </a:lnTo>
                <a:lnTo>
                  <a:pt x="146" y="3"/>
                </a:lnTo>
                <a:cubicBezTo>
                  <a:pt x="146" y="3"/>
                  <a:pt x="147" y="3"/>
                  <a:pt x="147" y="3"/>
                </a:cubicBezTo>
                <a:cubicBezTo>
                  <a:pt x="147" y="3"/>
                  <a:pt x="147" y="3"/>
                  <a:pt x="148" y="3"/>
                </a:cubicBezTo>
                <a:cubicBezTo>
                  <a:pt x="148" y="3"/>
                  <a:pt x="148" y="3"/>
                  <a:pt x="148" y="3"/>
                </a:cubicBezTo>
                <a:cubicBezTo>
                  <a:pt x="148" y="4"/>
                  <a:pt x="148" y="4"/>
                  <a:pt x="148" y="4"/>
                </a:cubicBezTo>
                <a:cubicBezTo>
                  <a:pt x="148" y="4"/>
                  <a:pt x="148" y="5"/>
                  <a:pt x="148" y="6"/>
                </a:cubicBezTo>
                <a:cubicBezTo>
                  <a:pt x="148" y="6"/>
                  <a:pt x="148" y="6"/>
                  <a:pt x="148" y="7"/>
                </a:cubicBezTo>
                <a:cubicBezTo>
                  <a:pt x="148" y="9"/>
                  <a:pt x="148" y="9"/>
                  <a:pt x="148" y="10"/>
                </a:cubicBezTo>
                <a:lnTo>
                  <a:pt x="148" y="11"/>
                </a:lnTo>
                <a:close/>
                <a:moveTo>
                  <a:pt x="143" y="7"/>
                </a:moveTo>
                <a:cubicBezTo>
                  <a:pt x="143" y="7"/>
                  <a:pt x="143" y="7"/>
                  <a:pt x="142" y="7"/>
                </a:cubicBezTo>
                <a:cubicBezTo>
                  <a:pt x="142" y="7"/>
                  <a:pt x="142" y="7"/>
                  <a:pt x="141" y="7"/>
                </a:cubicBezTo>
                <a:cubicBezTo>
                  <a:pt x="141" y="7"/>
                  <a:pt x="141" y="7"/>
                  <a:pt x="141" y="7"/>
                </a:cubicBezTo>
                <a:cubicBezTo>
                  <a:pt x="141" y="7"/>
                  <a:pt x="141" y="7"/>
                  <a:pt x="140" y="7"/>
                </a:cubicBezTo>
                <a:cubicBezTo>
                  <a:pt x="140" y="7"/>
                  <a:pt x="140" y="6"/>
                  <a:pt x="140" y="6"/>
                </a:cubicBezTo>
                <a:cubicBezTo>
                  <a:pt x="140" y="6"/>
                  <a:pt x="140" y="7"/>
                  <a:pt x="140" y="7"/>
                </a:cubicBezTo>
                <a:cubicBezTo>
                  <a:pt x="139" y="7"/>
                  <a:pt x="139" y="7"/>
                  <a:pt x="139" y="7"/>
                </a:cubicBezTo>
                <a:cubicBezTo>
                  <a:pt x="138" y="8"/>
                  <a:pt x="138" y="8"/>
                  <a:pt x="138" y="9"/>
                </a:cubicBezTo>
                <a:cubicBezTo>
                  <a:pt x="138" y="9"/>
                  <a:pt x="137" y="9"/>
                  <a:pt x="137" y="10"/>
                </a:cubicBezTo>
                <a:cubicBezTo>
                  <a:pt x="137" y="10"/>
                  <a:pt x="138" y="10"/>
                  <a:pt x="138" y="10"/>
                </a:cubicBezTo>
                <a:cubicBezTo>
                  <a:pt x="138" y="10"/>
                  <a:pt x="138" y="10"/>
                  <a:pt x="138" y="10"/>
                </a:cubicBezTo>
                <a:cubicBezTo>
                  <a:pt x="139" y="9"/>
                  <a:pt x="140" y="9"/>
                  <a:pt x="141" y="9"/>
                </a:cubicBezTo>
                <a:cubicBezTo>
                  <a:pt x="141" y="9"/>
                  <a:pt x="141" y="9"/>
                  <a:pt x="141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9"/>
                  <a:pt x="142" y="9"/>
                  <a:pt x="142" y="9"/>
                </a:cubicBezTo>
                <a:cubicBezTo>
                  <a:pt x="142" y="10"/>
                  <a:pt x="142" y="10"/>
                  <a:pt x="142" y="10"/>
                </a:cubicBezTo>
                <a:cubicBezTo>
                  <a:pt x="142" y="11"/>
                  <a:pt x="141" y="11"/>
                  <a:pt x="141" y="12"/>
                </a:cubicBezTo>
                <a:cubicBezTo>
                  <a:pt x="141" y="12"/>
                  <a:pt x="141" y="13"/>
                  <a:pt x="141" y="13"/>
                </a:cubicBezTo>
                <a:cubicBezTo>
                  <a:pt x="141" y="13"/>
                  <a:pt x="140" y="13"/>
                  <a:pt x="140" y="13"/>
                </a:cubicBezTo>
                <a:cubicBezTo>
                  <a:pt x="140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3"/>
                </a:cubicBezTo>
                <a:cubicBezTo>
                  <a:pt x="139" y="13"/>
                  <a:pt x="139" y="13"/>
                  <a:pt x="139" y="14"/>
                </a:cubicBezTo>
                <a:cubicBezTo>
                  <a:pt x="138" y="14"/>
                  <a:pt x="138" y="14"/>
                  <a:pt x="138" y="15"/>
                </a:cubicBezTo>
                <a:cubicBezTo>
                  <a:pt x="138" y="15"/>
                  <a:pt x="138" y="15"/>
                  <a:pt x="139" y="15"/>
                </a:cubicBezTo>
                <a:cubicBezTo>
                  <a:pt x="139" y="15"/>
                  <a:pt x="139" y="15"/>
                  <a:pt x="139" y="15"/>
                </a:cubicBezTo>
                <a:cubicBezTo>
                  <a:pt x="139" y="15"/>
                  <a:pt x="140" y="15"/>
                  <a:pt x="140" y="15"/>
                </a:cubicBezTo>
                <a:cubicBezTo>
                  <a:pt x="140" y="15"/>
                  <a:pt x="140" y="15"/>
                  <a:pt x="141" y="15"/>
                </a:cubicBezTo>
                <a:cubicBezTo>
                  <a:pt x="141" y="15"/>
                  <a:pt x="141" y="14"/>
                  <a:pt x="141" y="14"/>
                </a:cubicBezTo>
                <a:cubicBezTo>
                  <a:pt x="141" y="14"/>
                  <a:pt x="141" y="13"/>
                  <a:pt x="141" y="13"/>
                </a:cubicBezTo>
                <a:cubicBezTo>
                  <a:pt x="141" y="13"/>
                  <a:pt x="141" y="14"/>
                  <a:pt x="142" y="14"/>
                </a:cubicBezTo>
                <a:cubicBezTo>
                  <a:pt x="142" y="15"/>
                  <a:pt x="142" y="15"/>
                  <a:pt x="142" y="16"/>
                </a:cubicBezTo>
                <a:cubicBezTo>
                  <a:pt x="142" y="16"/>
                  <a:pt x="142" y="16"/>
                  <a:pt x="141" y="16"/>
                </a:cubicBezTo>
                <a:cubicBezTo>
                  <a:pt x="141" y="16"/>
                  <a:pt x="141" y="16"/>
                  <a:pt x="141" y="16"/>
                </a:cubicBezTo>
                <a:cubicBezTo>
                  <a:pt x="140" y="16"/>
                  <a:pt x="140" y="16"/>
                  <a:pt x="139" y="16"/>
                </a:cubicBezTo>
                <a:cubicBezTo>
                  <a:pt x="139" y="16"/>
                  <a:pt x="138" y="16"/>
                  <a:pt x="138" y="16"/>
                </a:cubicBezTo>
                <a:cubicBezTo>
                  <a:pt x="138" y="16"/>
                  <a:pt x="137" y="15"/>
                  <a:pt x="137" y="14"/>
                </a:cubicBezTo>
                <a:cubicBezTo>
                  <a:pt x="137" y="14"/>
                  <a:pt x="138" y="13"/>
                  <a:pt x="138" y="13"/>
                </a:cubicBezTo>
                <a:cubicBezTo>
                  <a:pt x="138" y="12"/>
                  <a:pt x="138" y="12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9" y="11"/>
                  <a:pt x="139" y="11"/>
                </a:cubicBezTo>
                <a:cubicBezTo>
                  <a:pt x="139" y="11"/>
                  <a:pt x="139" y="11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39" y="12"/>
                  <a:pt x="139" y="12"/>
                  <a:pt x="139" y="12"/>
                </a:cubicBezTo>
                <a:cubicBezTo>
                  <a:pt x="140" y="12"/>
                  <a:pt x="140" y="12"/>
                  <a:pt x="140" y="11"/>
                </a:cubicBezTo>
                <a:cubicBezTo>
                  <a:pt x="140" y="11"/>
                  <a:pt x="140" y="11"/>
                  <a:pt x="140" y="10"/>
                </a:cubicBezTo>
                <a:cubicBezTo>
                  <a:pt x="140" y="10"/>
                  <a:pt x="140" y="10"/>
                  <a:pt x="140" y="10"/>
                </a:cubicBezTo>
                <a:cubicBezTo>
                  <a:pt x="139" y="10"/>
                  <a:pt x="139" y="10"/>
                  <a:pt x="138" y="11"/>
                </a:cubicBezTo>
                <a:cubicBezTo>
                  <a:pt x="138" y="11"/>
                  <a:pt x="138" y="11"/>
                  <a:pt x="138" y="11"/>
                </a:cubicBezTo>
                <a:cubicBezTo>
                  <a:pt x="138" y="11"/>
                  <a:pt x="138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7" y="11"/>
                </a:cubicBezTo>
                <a:cubicBezTo>
                  <a:pt x="137" y="11"/>
                  <a:pt x="137" y="11"/>
                  <a:pt x="136" y="12"/>
                </a:cubicBezTo>
                <a:cubicBezTo>
                  <a:pt x="135" y="12"/>
                  <a:pt x="135" y="12"/>
                  <a:pt x="135" y="12"/>
                </a:cubicBezTo>
                <a:cubicBezTo>
                  <a:pt x="134" y="12"/>
                  <a:pt x="134" y="12"/>
                  <a:pt x="134" y="12"/>
                </a:cubicBezTo>
                <a:cubicBezTo>
                  <a:pt x="134" y="12"/>
                  <a:pt x="133" y="12"/>
                  <a:pt x="133" y="12"/>
                </a:cubicBezTo>
                <a:cubicBezTo>
                  <a:pt x="133" y="12"/>
                  <a:pt x="134" y="12"/>
                  <a:pt x="134" y="12"/>
                </a:cubicBezTo>
                <a:cubicBezTo>
                  <a:pt x="134" y="11"/>
                  <a:pt x="135" y="11"/>
                  <a:pt x="135" y="10"/>
                </a:cubicBezTo>
                <a:cubicBezTo>
                  <a:pt x="136" y="10"/>
                  <a:pt x="136" y="9"/>
                  <a:pt x="137" y="8"/>
                </a:cubicBezTo>
                <a:cubicBezTo>
                  <a:pt x="137" y="8"/>
                  <a:pt x="138" y="7"/>
                  <a:pt x="138" y="7"/>
                </a:cubicBezTo>
                <a:cubicBezTo>
                  <a:pt x="138" y="7"/>
                  <a:pt x="138" y="6"/>
                  <a:pt x="139" y="6"/>
                </a:cubicBezTo>
                <a:cubicBezTo>
                  <a:pt x="139" y="5"/>
                  <a:pt x="140" y="4"/>
                  <a:pt x="140" y="4"/>
                </a:cubicBezTo>
                <a:cubicBezTo>
                  <a:pt x="140" y="4"/>
                  <a:pt x="140" y="4"/>
                  <a:pt x="140" y="4"/>
                </a:cubicBezTo>
                <a:cubicBezTo>
                  <a:pt x="140" y="4"/>
                  <a:pt x="141" y="3"/>
                  <a:pt x="141" y="3"/>
                </a:cubicBezTo>
                <a:cubicBezTo>
                  <a:pt x="141" y="3"/>
                  <a:pt x="141" y="4"/>
                  <a:pt x="141" y="4"/>
                </a:cubicBezTo>
                <a:cubicBezTo>
                  <a:pt x="141" y="4"/>
                  <a:pt x="141" y="4"/>
                  <a:pt x="141" y="4"/>
                </a:cubicBezTo>
                <a:cubicBezTo>
                  <a:pt x="141" y="5"/>
                  <a:pt x="141" y="5"/>
                  <a:pt x="141" y="5"/>
                </a:cubicBezTo>
                <a:cubicBezTo>
                  <a:pt x="141" y="5"/>
                  <a:pt x="141" y="5"/>
                  <a:pt x="141" y="6"/>
                </a:cubicBezTo>
                <a:cubicBezTo>
                  <a:pt x="141" y="6"/>
                  <a:pt x="141" y="6"/>
                  <a:pt x="141" y="6"/>
                </a:cubicBezTo>
                <a:cubicBezTo>
                  <a:pt x="141" y="6"/>
                  <a:pt x="141" y="6"/>
                  <a:pt x="142" y="6"/>
                </a:cubicBezTo>
                <a:cubicBezTo>
                  <a:pt x="142" y="6"/>
                  <a:pt x="143" y="6"/>
                  <a:pt x="143" y="7"/>
                </a:cubicBezTo>
                <a:close/>
                <a:moveTo>
                  <a:pt x="145" y="8"/>
                </a:move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9"/>
                  <a:pt x="145" y="9"/>
                </a:cubicBezTo>
                <a:cubicBezTo>
                  <a:pt x="145" y="9"/>
                  <a:pt x="145" y="10"/>
                  <a:pt x="145" y="10"/>
                </a:cubicBezTo>
                <a:cubicBezTo>
                  <a:pt x="145" y="11"/>
                  <a:pt x="145" y="11"/>
                  <a:pt x="144" y="11"/>
                </a:cubicBezTo>
                <a:cubicBezTo>
                  <a:pt x="144" y="11"/>
                  <a:pt x="144" y="11"/>
                  <a:pt x="144" y="11"/>
                </a:cubicBezTo>
                <a:cubicBezTo>
                  <a:pt x="144" y="11"/>
                  <a:pt x="143" y="11"/>
                  <a:pt x="143" y="10"/>
                </a:cubicBezTo>
                <a:cubicBezTo>
                  <a:pt x="143" y="9"/>
                  <a:pt x="143" y="9"/>
                  <a:pt x="143" y="9"/>
                </a:cubicBezTo>
                <a:lnTo>
                  <a:pt x="143" y="8"/>
                </a:lnTo>
                <a:cubicBezTo>
                  <a:pt x="143" y="8"/>
                  <a:pt x="143" y="8"/>
                  <a:pt x="144" y="8"/>
                </a:cubicBezTo>
                <a:cubicBezTo>
                  <a:pt x="144" y="8"/>
                  <a:pt x="144" y="8"/>
                  <a:pt x="144" y="8"/>
                </a:cubicBezTo>
                <a:cubicBezTo>
                  <a:pt x="145" y="8"/>
                  <a:pt x="145" y="8"/>
                  <a:pt x="145" y="8"/>
                </a:cubicBezTo>
                <a:cubicBezTo>
                  <a:pt x="145" y="8"/>
                  <a:pt x="145" y="8"/>
                  <a:pt x="145" y="8"/>
                </a:cubicBezTo>
                <a:close/>
                <a:moveTo>
                  <a:pt x="157" y="2"/>
                </a:moveTo>
                <a:cubicBezTo>
                  <a:pt x="157" y="2"/>
                  <a:pt x="158" y="2"/>
                  <a:pt x="158" y="2"/>
                </a:cubicBezTo>
                <a:cubicBezTo>
                  <a:pt x="158" y="2"/>
                  <a:pt x="158" y="2"/>
                  <a:pt x="158" y="3"/>
                </a:cubicBezTo>
                <a:cubicBezTo>
                  <a:pt x="158" y="3"/>
                  <a:pt x="158" y="3"/>
                  <a:pt x="158" y="3"/>
                </a:cubicBezTo>
                <a:cubicBezTo>
                  <a:pt x="158" y="3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8" y="4"/>
                  <a:pt x="158" y="4"/>
                </a:cubicBezTo>
                <a:cubicBezTo>
                  <a:pt x="158" y="4"/>
                  <a:pt x="157" y="4"/>
                  <a:pt x="157" y="4"/>
                </a:cubicBezTo>
                <a:cubicBezTo>
                  <a:pt x="157" y="4"/>
                  <a:pt x="156" y="4"/>
                  <a:pt x="156" y="3"/>
                </a:cubicBezTo>
                <a:cubicBezTo>
                  <a:pt x="156" y="3"/>
                  <a:pt x="157" y="3"/>
                  <a:pt x="157" y="2"/>
                </a:cubicBezTo>
                <a:cubicBezTo>
                  <a:pt x="157" y="2"/>
                  <a:pt x="157" y="2"/>
                  <a:pt x="157" y="2"/>
                </a:cubicBezTo>
                <a:close/>
                <a:moveTo>
                  <a:pt x="159" y="5"/>
                </a:moveTo>
                <a:cubicBezTo>
                  <a:pt x="159" y="5"/>
                  <a:pt x="159" y="6"/>
                  <a:pt x="159" y="6"/>
                </a:cubicBezTo>
                <a:cubicBezTo>
                  <a:pt x="159" y="6"/>
                  <a:pt x="159" y="6"/>
                  <a:pt x="159" y="6"/>
                </a:cubicBezTo>
                <a:cubicBezTo>
                  <a:pt x="159" y="6"/>
                  <a:pt x="158" y="6"/>
                  <a:pt x="158" y="6"/>
                </a:cubicBezTo>
                <a:cubicBezTo>
                  <a:pt x="158" y="6"/>
                  <a:pt x="158" y="6"/>
                  <a:pt x="159" y="6"/>
                </a:cubicBezTo>
                <a:cubicBezTo>
                  <a:pt x="159" y="6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7"/>
                  <a:pt x="159" y="7"/>
                  <a:pt x="159" y="7"/>
                </a:cubicBezTo>
                <a:cubicBezTo>
                  <a:pt x="159" y="8"/>
                  <a:pt x="159" y="8"/>
                  <a:pt x="158" y="8"/>
                </a:cubicBezTo>
                <a:cubicBezTo>
                  <a:pt x="158" y="8"/>
                  <a:pt x="158" y="8"/>
                  <a:pt x="158" y="8"/>
                </a:cubicBezTo>
                <a:cubicBezTo>
                  <a:pt x="158" y="8"/>
                  <a:pt x="158" y="8"/>
                  <a:pt x="159" y="8"/>
                </a:cubicBezTo>
                <a:cubicBezTo>
                  <a:pt x="159" y="8"/>
                  <a:pt x="159" y="8"/>
                  <a:pt x="159" y="8"/>
                </a:cubicBezTo>
                <a:cubicBezTo>
                  <a:pt x="159" y="8"/>
                  <a:pt x="159" y="8"/>
                  <a:pt x="159" y="9"/>
                </a:cubicBezTo>
                <a:cubicBezTo>
                  <a:pt x="159" y="9"/>
                  <a:pt x="159" y="9"/>
                  <a:pt x="159" y="9"/>
                </a:cubicBezTo>
                <a:cubicBezTo>
                  <a:pt x="159" y="9"/>
                  <a:pt x="158" y="9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8" y="10"/>
                  <a:pt x="158" y="10"/>
                </a:cubicBezTo>
                <a:cubicBezTo>
                  <a:pt x="158" y="10"/>
                  <a:pt x="159" y="10"/>
                  <a:pt x="159" y="10"/>
                </a:cubicBezTo>
                <a:cubicBezTo>
                  <a:pt x="159" y="10"/>
                  <a:pt x="159" y="10"/>
                  <a:pt x="159" y="10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9" y="11"/>
                </a:cubicBezTo>
                <a:cubicBezTo>
                  <a:pt x="159" y="11"/>
                  <a:pt x="159" y="11"/>
                  <a:pt x="158" y="11"/>
                </a:cubicBezTo>
                <a:cubicBezTo>
                  <a:pt x="158" y="11"/>
                  <a:pt x="157" y="12"/>
                  <a:pt x="157" y="12"/>
                </a:cubicBezTo>
                <a:cubicBezTo>
                  <a:pt x="157" y="12"/>
                  <a:pt x="157" y="12"/>
                  <a:pt x="157" y="12"/>
                </a:cubicBezTo>
                <a:cubicBezTo>
                  <a:pt x="157" y="12"/>
                  <a:pt x="157" y="12"/>
                  <a:pt x="158" y="12"/>
                </a:cubicBezTo>
                <a:cubicBezTo>
                  <a:pt x="158" y="12"/>
                  <a:pt x="159" y="13"/>
                  <a:pt x="159" y="13"/>
                </a:cubicBezTo>
                <a:cubicBezTo>
                  <a:pt x="159" y="13"/>
                  <a:pt x="159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8" y="13"/>
                  <a:pt x="158" y="13"/>
                </a:cubicBezTo>
                <a:cubicBezTo>
                  <a:pt x="158" y="13"/>
                  <a:pt x="157" y="13"/>
                  <a:pt x="157" y="13"/>
                </a:cubicBezTo>
                <a:cubicBezTo>
                  <a:pt x="157" y="13"/>
                  <a:pt x="157" y="13"/>
                  <a:pt x="157" y="13"/>
                </a:cubicBezTo>
                <a:cubicBezTo>
                  <a:pt x="157" y="14"/>
                  <a:pt x="157" y="14"/>
                  <a:pt x="157" y="14"/>
                </a:cubicBezTo>
                <a:cubicBezTo>
                  <a:pt x="157" y="14"/>
                  <a:pt x="157" y="15"/>
                  <a:pt x="157" y="15"/>
                </a:cubicBezTo>
                <a:cubicBezTo>
                  <a:pt x="157" y="16"/>
                  <a:pt x="157" y="16"/>
                  <a:pt x="157" y="16"/>
                </a:cubicBezTo>
                <a:cubicBezTo>
                  <a:pt x="157" y="16"/>
                  <a:pt x="156" y="16"/>
                  <a:pt x="156" y="16"/>
                </a:cubicBezTo>
                <a:cubicBezTo>
                  <a:pt x="156" y="15"/>
                  <a:pt x="155" y="15"/>
                  <a:pt x="155" y="15"/>
                </a:cubicBezTo>
                <a:cubicBezTo>
                  <a:pt x="155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5"/>
                  <a:pt x="154" y="15"/>
                </a:cubicBezTo>
                <a:cubicBezTo>
                  <a:pt x="154" y="15"/>
                  <a:pt x="154" y="16"/>
                  <a:pt x="154" y="16"/>
                </a:cubicBezTo>
                <a:cubicBezTo>
                  <a:pt x="154" y="16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5"/>
                  <a:pt x="153" y="15"/>
                  <a:pt x="153" y="15"/>
                </a:cubicBezTo>
                <a:cubicBezTo>
                  <a:pt x="153" y="14"/>
                  <a:pt x="153" y="14"/>
                  <a:pt x="153" y="14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3"/>
                  <a:pt x="154" y="13"/>
                  <a:pt x="154" y="13"/>
                </a:cubicBezTo>
                <a:cubicBezTo>
                  <a:pt x="154" y="12"/>
                  <a:pt x="154" y="12"/>
                  <a:pt x="154" y="12"/>
                </a:cubicBezTo>
                <a:cubicBezTo>
                  <a:pt x="154" y="12"/>
                  <a:pt x="154" y="12"/>
                  <a:pt x="153" y="13"/>
                </a:cubicBezTo>
                <a:cubicBezTo>
                  <a:pt x="153" y="13"/>
                  <a:pt x="153" y="13"/>
                  <a:pt x="153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3"/>
                  <a:pt x="152" y="13"/>
                  <a:pt x="152" y="13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2" y="12"/>
                  <a:pt x="152" y="12"/>
                  <a:pt x="152" y="12"/>
                </a:cubicBezTo>
                <a:cubicBezTo>
                  <a:pt x="153" y="12"/>
                  <a:pt x="154" y="11"/>
                  <a:pt x="155" y="11"/>
                </a:cubicBezTo>
                <a:cubicBezTo>
                  <a:pt x="155" y="11"/>
                  <a:pt x="155" y="11"/>
                  <a:pt x="156" y="11"/>
                </a:cubicBezTo>
                <a:cubicBezTo>
                  <a:pt x="156" y="11"/>
                  <a:pt x="156" y="11"/>
                  <a:pt x="156" y="11"/>
                </a:cubicBezTo>
                <a:cubicBezTo>
                  <a:pt x="156" y="10"/>
                  <a:pt x="156" y="10"/>
                  <a:pt x="156" y="10"/>
                </a:cubicBezTo>
                <a:cubicBezTo>
                  <a:pt x="156" y="10"/>
                  <a:pt x="155" y="10"/>
                  <a:pt x="155" y="10"/>
                </a:cubicBezTo>
                <a:cubicBezTo>
                  <a:pt x="155" y="10"/>
                  <a:pt x="154" y="10"/>
                  <a:pt x="154" y="10"/>
                </a:cubicBezTo>
                <a:cubicBezTo>
                  <a:pt x="154" y="11"/>
                  <a:pt x="154" y="11"/>
                  <a:pt x="154" y="11"/>
                </a:cubicBezTo>
                <a:cubicBezTo>
                  <a:pt x="154" y="11"/>
                  <a:pt x="154" y="10"/>
                  <a:pt x="154" y="10"/>
                </a:cubicBezTo>
                <a:cubicBezTo>
                  <a:pt x="154" y="10"/>
                  <a:pt x="154" y="10"/>
                  <a:pt x="154" y="10"/>
                </a:cubicBezTo>
                <a:cubicBezTo>
                  <a:pt x="154" y="10"/>
                  <a:pt x="154" y="10"/>
                  <a:pt x="154" y="9"/>
                </a:cubicBezTo>
                <a:cubicBezTo>
                  <a:pt x="154" y="9"/>
                  <a:pt x="154" y="9"/>
                  <a:pt x="154" y="9"/>
                </a:cubicBezTo>
                <a:cubicBezTo>
                  <a:pt x="155" y="9"/>
                  <a:pt x="155" y="9"/>
                  <a:pt x="156" y="9"/>
                </a:cubicBezTo>
                <a:cubicBezTo>
                  <a:pt x="156" y="9"/>
                  <a:pt x="157" y="8"/>
                  <a:pt x="157" y="8"/>
                </a:cubicBezTo>
                <a:cubicBezTo>
                  <a:pt x="157" y="8"/>
                  <a:pt x="157" y="8"/>
                  <a:pt x="157" y="8"/>
                </a:cubicBezTo>
                <a:cubicBezTo>
                  <a:pt x="157" y="8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7" y="7"/>
                  <a:pt x="157" y="7"/>
                  <a:pt x="157" y="7"/>
                </a:cubicBezTo>
                <a:cubicBezTo>
                  <a:pt x="156" y="7"/>
                  <a:pt x="156" y="7"/>
                  <a:pt x="156" y="7"/>
                </a:cubicBezTo>
                <a:cubicBezTo>
                  <a:pt x="156" y="7"/>
                  <a:pt x="156" y="8"/>
                  <a:pt x="156" y="8"/>
                </a:cubicBezTo>
                <a:cubicBezTo>
                  <a:pt x="156" y="8"/>
                  <a:pt x="156" y="8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9"/>
                  <a:pt x="155" y="9"/>
                  <a:pt x="155" y="9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8"/>
                  <a:pt x="155" y="8"/>
                  <a:pt x="155" y="8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5" y="7"/>
                </a:cubicBezTo>
                <a:cubicBezTo>
                  <a:pt x="155" y="7"/>
                  <a:pt x="155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7"/>
                  <a:pt x="154" y="7"/>
                  <a:pt x="154" y="7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4" y="6"/>
                  <a:pt x="154" y="6"/>
                </a:cubicBezTo>
                <a:cubicBezTo>
                  <a:pt x="154" y="6"/>
                  <a:pt x="155" y="6"/>
                  <a:pt x="156" y="6"/>
                </a:cubicBezTo>
                <a:cubicBezTo>
                  <a:pt x="157" y="5"/>
                  <a:pt x="158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ubicBezTo>
                  <a:pt x="159" y="5"/>
                  <a:pt x="159" y="5"/>
                  <a:pt x="159" y="5"/>
                </a:cubicBezTo>
                <a:close/>
                <a:moveTo>
                  <a:pt x="166" y="8"/>
                </a:moveTo>
                <a:cubicBezTo>
                  <a:pt x="166" y="8"/>
                  <a:pt x="166" y="8"/>
                  <a:pt x="166" y="8"/>
                </a:cubicBezTo>
                <a:cubicBezTo>
                  <a:pt x="166" y="8"/>
                  <a:pt x="166" y="8"/>
                  <a:pt x="166" y="9"/>
                </a:cubicBezTo>
                <a:cubicBezTo>
                  <a:pt x="167" y="9"/>
                  <a:pt x="167" y="9"/>
                  <a:pt x="167" y="9"/>
                </a:cubicBezTo>
                <a:cubicBezTo>
                  <a:pt x="167" y="9"/>
                  <a:pt x="167" y="9"/>
                  <a:pt x="167" y="10"/>
                </a:cubicBezTo>
                <a:cubicBezTo>
                  <a:pt x="167" y="10"/>
                  <a:pt x="167" y="10"/>
                  <a:pt x="167" y="10"/>
                </a:cubicBezTo>
                <a:cubicBezTo>
                  <a:pt x="167" y="10"/>
                  <a:pt x="166" y="10"/>
                  <a:pt x="166" y="10"/>
                </a:cubicBezTo>
                <a:cubicBezTo>
                  <a:pt x="166" y="10"/>
                  <a:pt x="166" y="10"/>
                  <a:pt x="165" y="10"/>
                </a:cubicBezTo>
                <a:cubicBezTo>
                  <a:pt x="165" y="10"/>
                  <a:pt x="164" y="10"/>
                  <a:pt x="164" y="10"/>
                </a:cubicBezTo>
                <a:cubicBezTo>
                  <a:pt x="164" y="10"/>
                  <a:pt x="164" y="10"/>
                  <a:pt x="164" y="11"/>
                </a:cubicBezTo>
                <a:cubicBezTo>
                  <a:pt x="164" y="12"/>
                  <a:pt x="164" y="12"/>
                  <a:pt x="164" y="13"/>
                </a:cubicBezTo>
                <a:cubicBezTo>
                  <a:pt x="164" y="13"/>
                  <a:pt x="164" y="13"/>
                  <a:pt x="164" y="14"/>
                </a:cubicBezTo>
                <a:cubicBezTo>
                  <a:pt x="164" y="14"/>
                  <a:pt x="164" y="14"/>
                  <a:pt x="164" y="15"/>
                </a:cubicBezTo>
                <a:cubicBezTo>
                  <a:pt x="164" y="15"/>
                  <a:pt x="164" y="15"/>
                  <a:pt x="164" y="16"/>
                </a:cubicBezTo>
                <a:cubicBezTo>
                  <a:pt x="164" y="16"/>
                  <a:pt x="164" y="16"/>
                  <a:pt x="164" y="16"/>
                </a:cubicBezTo>
                <a:cubicBezTo>
                  <a:pt x="164" y="17"/>
                  <a:pt x="164" y="17"/>
                  <a:pt x="164" y="17"/>
                </a:cubicBezTo>
                <a:cubicBezTo>
                  <a:pt x="164" y="17"/>
                  <a:pt x="164" y="18"/>
                  <a:pt x="164" y="18"/>
                </a:cubicBezTo>
                <a:cubicBezTo>
                  <a:pt x="164" y="18"/>
                  <a:pt x="164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cubicBezTo>
                  <a:pt x="163" y="18"/>
                  <a:pt x="163" y="18"/>
                  <a:pt x="163" y="18"/>
                </a:cubicBezTo>
                <a:lnTo>
                  <a:pt x="163" y="17"/>
                </a:lnTo>
                <a:cubicBezTo>
                  <a:pt x="163" y="17"/>
                  <a:pt x="163" y="15"/>
                  <a:pt x="163" y="14"/>
                </a:cubicBezTo>
                <a:cubicBezTo>
                  <a:pt x="163" y="12"/>
                  <a:pt x="163" y="11"/>
                  <a:pt x="163" y="11"/>
                </a:cubicBezTo>
                <a:cubicBezTo>
                  <a:pt x="163" y="11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2" y="10"/>
                  <a:pt x="162" y="10"/>
                  <a:pt x="162" y="10"/>
                </a:cubicBezTo>
                <a:cubicBezTo>
                  <a:pt x="161" y="10"/>
                  <a:pt x="161" y="10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1" y="11"/>
                  <a:pt x="161" y="11"/>
                  <a:pt x="161" y="11"/>
                </a:cubicBezTo>
                <a:cubicBezTo>
                  <a:pt x="160" y="12"/>
                  <a:pt x="160" y="12"/>
                  <a:pt x="160" y="12"/>
                </a:cubicBezTo>
                <a:lnTo>
                  <a:pt x="160" y="13"/>
                </a:lnTo>
                <a:cubicBezTo>
                  <a:pt x="160" y="13"/>
                  <a:pt x="160" y="13"/>
                  <a:pt x="160" y="14"/>
                </a:cubicBezTo>
                <a:cubicBezTo>
                  <a:pt x="160" y="14"/>
                  <a:pt x="159" y="14"/>
                  <a:pt x="159" y="15"/>
                </a:cubicBezTo>
                <a:cubicBezTo>
                  <a:pt x="159" y="15"/>
                  <a:pt x="158" y="15"/>
                  <a:pt x="158" y="15"/>
                </a:cubicBezTo>
                <a:cubicBezTo>
                  <a:pt x="158" y="15"/>
                  <a:pt x="158" y="15"/>
                  <a:pt x="158" y="15"/>
                </a:cubicBezTo>
                <a:cubicBezTo>
                  <a:pt x="158" y="15"/>
                  <a:pt x="158" y="14"/>
                  <a:pt x="159" y="14"/>
                </a:cubicBezTo>
                <a:cubicBezTo>
                  <a:pt x="159" y="13"/>
                  <a:pt x="159" y="12"/>
                  <a:pt x="160" y="12"/>
                </a:cubicBezTo>
                <a:cubicBezTo>
                  <a:pt x="160" y="11"/>
                  <a:pt x="160" y="11"/>
                  <a:pt x="160" y="10"/>
                </a:cubicBezTo>
                <a:cubicBezTo>
                  <a:pt x="160" y="9"/>
                  <a:pt x="160" y="8"/>
                  <a:pt x="160" y="8"/>
                </a:cubicBezTo>
                <a:lnTo>
                  <a:pt x="160" y="7"/>
                </a:lnTo>
                <a:cubicBezTo>
                  <a:pt x="160" y="7"/>
                  <a:pt x="160" y="6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6"/>
                  <a:pt x="162" y="6"/>
                  <a:pt x="162" y="6"/>
                </a:cubicBezTo>
                <a:cubicBezTo>
                  <a:pt x="163" y="5"/>
                  <a:pt x="164" y="5"/>
                  <a:pt x="164" y="5"/>
                </a:cubicBezTo>
                <a:cubicBezTo>
                  <a:pt x="164" y="5"/>
                  <a:pt x="165" y="5"/>
                  <a:pt x="165" y="5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6"/>
                  <a:pt x="165" y="6"/>
                  <a:pt x="165" y="6"/>
                </a:cubicBezTo>
                <a:cubicBezTo>
                  <a:pt x="165" y="7"/>
                  <a:pt x="164" y="7"/>
                  <a:pt x="164" y="7"/>
                </a:cubicBezTo>
                <a:cubicBezTo>
                  <a:pt x="164" y="7"/>
                  <a:pt x="164" y="7"/>
                  <a:pt x="164" y="7"/>
                </a:cubicBezTo>
                <a:cubicBezTo>
                  <a:pt x="163" y="7"/>
                  <a:pt x="163" y="7"/>
                  <a:pt x="163" y="7"/>
                </a:cubicBezTo>
                <a:cubicBezTo>
                  <a:pt x="162" y="7"/>
                  <a:pt x="162" y="7"/>
                  <a:pt x="161" y="8"/>
                </a:cubicBezTo>
                <a:cubicBezTo>
                  <a:pt x="161" y="8"/>
                  <a:pt x="161" y="9"/>
                  <a:pt x="161" y="9"/>
                </a:cubicBezTo>
                <a:cubicBezTo>
                  <a:pt x="161" y="9"/>
                  <a:pt x="161" y="9"/>
                  <a:pt x="161" y="9"/>
                </a:cubicBezTo>
                <a:cubicBezTo>
                  <a:pt x="161" y="9"/>
                  <a:pt x="162" y="9"/>
                  <a:pt x="163" y="9"/>
                </a:cubicBezTo>
                <a:cubicBezTo>
                  <a:pt x="163" y="8"/>
                  <a:pt x="164" y="8"/>
                  <a:pt x="165" y="8"/>
                </a:cubicBezTo>
                <a:cubicBezTo>
                  <a:pt x="165" y="8"/>
                  <a:pt x="165" y="8"/>
                  <a:pt x="166" y="8"/>
                </a:cubicBezTo>
                <a:close/>
              </a:path>
              <a:path w="192" h="20">
                <a:moveTo>
                  <a:pt x="28" y="11"/>
                </a:moveTo>
                <a:cubicBezTo>
                  <a:pt x="28" y="11"/>
                  <a:pt x="28" y="11"/>
                  <a:pt x="28" y="11"/>
                </a:cubicBezTo>
                <a:cubicBezTo>
                  <a:pt x="28" y="11"/>
                  <a:pt x="29" y="10"/>
                  <a:pt x="30" y="10"/>
                </a:cubicBezTo>
                <a:cubicBezTo>
                  <a:pt x="30" y="10"/>
                  <a:pt x="30" y="10"/>
                  <a:pt x="30" y="10"/>
                </a:cubicBezTo>
                <a:cubicBezTo>
                  <a:pt x="30" y="10"/>
                  <a:pt x="30" y="9"/>
                  <a:pt x="30" y="9"/>
                </a:cubicBezTo>
                <a:lnTo>
                  <a:pt x="30" y="7"/>
                </a:lnTo>
                <a:cubicBezTo>
                  <a:pt x="30" y="6"/>
                  <a:pt x="30" y="6"/>
                  <a:pt x="30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9" y="6"/>
                  <a:pt x="29" y="6"/>
                  <a:pt x="29" y="6"/>
                </a:cubicBezTo>
                <a:cubicBezTo>
                  <a:pt x="28" y="6"/>
                  <a:pt x="28" y="6"/>
                  <a:pt x="28" y="6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7"/>
                  <a:pt x="28" y="7"/>
                  <a:pt x="28" y="7"/>
                </a:cubicBezTo>
                <a:cubicBezTo>
                  <a:pt x="28" y="8"/>
                  <a:pt x="29" y="8"/>
                  <a:pt x="29" y="8"/>
                </a:cubicBezTo>
                <a:cubicBezTo>
                  <a:pt x="29" y="8"/>
                  <a:pt x="29" y="8"/>
                  <a:pt x="29" y="9"/>
                </a:cubicBezTo>
                <a:cubicBezTo>
                  <a:pt x="29" y="9"/>
                  <a:pt x="29" y="9"/>
                  <a:pt x="29" y="9"/>
                </a:cubicBezTo>
                <a:cubicBezTo>
                  <a:pt x="29" y="9"/>
                  <a:pt x="28" y="9"/>
                  <a:pt x="28" y="9"/>
                </a:cubicBezTo>
                <a:cubicBezTo>
                  <a:pt x="28" y="9"/>
                  <a:pt x="28" y="9"/>
                  <a:pt x="28" y="10"/>
                </a:cubicBezTo>
                <a:cubicBezTo>
                  <a:pt x="28" y="10"/>
                  <a:pt x="28" y="10"/>
                  <a:pt x="28" y="10"/>
                </a:cubicBezTo>
                <a:cubicBezTo>
                  <a:pt x="28" y="10"/>
                  <a:pt x="28" y="11"/>
                  <a:pt x="28" y="11"/>
                </a:cubicBezTo>
                <a:cubicBezTo>
                  <a:pt x="28" y="11"/>
                  <a:pt x="28" y="11"/>
                  <a:pt x="28" y="11"/>
                </a:cubicBezTo>
                <a:close/>
              </a:path>
              <a:path w="192" h="20">
                <a:moveTo>
                  <a:pt x="53" y="8"/>
                </a:moveTo>
                <a:cubicBezTo>
                  <a:pt x="53" y="7"/>
                  <a:pt x="53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7"/>
                </a:cubicBezTo>
                <a:cubicBezTo>
                  <a:pt x="52" y="7"/>
                  <a:pt x="52" y="7"/>
                  <a:pt x="52" y="8"/>
                </a:cubicBezTo>
                <a:cubicBezTo>
                  <a:pt x="51" y="8"/>
                  <a:pt x="51" y="9"/>
                  <a:pt x="51" y="9"/>
                </a:cubicBezTo>
                <a:cubicBezTo>
                  <a:pt x="51" y="9"/>
                  <a:pt x="52" y="9"/>
                  <a:pt x="52" y="9"/>
                </a:cubicBezTo>
                <a:cubicBezTo>
                  <a:pt x="52" y="9"/>
                  <a:pt x="52" y="9"/>
                  <a:pt x="52" y="9"/>
                </a:cubicBezTo>
                <a:cubicBezTo>
                  <a:pt x="53" y="8"/>
                  <a:pt x="53" y="8"/>
                  <a:pt x="53" y="8"/>
                </a:cubicBezTo>
                <a:close/>
              </a:path>
              <a:path w="192" h="20">
                <a:moveTo>
                  <a:pt x="50" y="8"/>
                </a:moveTo>
                <a:cubicBezTo>
                  <a:pt x="50" y="8"/>
                  <a:pt x="50" y="8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7"/>
                  <a:pt x="50" y="7"/>
                </a:cubicBezTo>
                <a:cubicBezTo>
                  <a:pt x="50" y="7"/>
                  <a:pt x="50" y="8"/>
                  <a:pt x="50" y="8"/>
                </a:cubicBezTo>
                <a:cubicBezTo>
                  <a:pt x="50" y="8"/>
                  <a:pt x="50" y="8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9"/>
                  <a:pt x="50" y="9"/>
                  <a:pt x="50" y="9"/>
                </a:cubicBezTo>
                <a:cubicBezTo>
                  <a:pt x="50" y="8"/>
                  <a:pt x="50" y="8"/>
                  <a:pt x="50" y="8"/>
                </a:cubicBezTo>
                <a:close/>
              </a:path>
              <a:path w="192" h="20">
                <a:moveTo>
                  <a:pt x="49" y="9"/>
                </a:moveTo>
                <a:cubicBezTo>
                  <a:pt x="49" y="9"/>
                  <a:pt x="49" y="9"/>
                  <a:pt x="49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8"/>
                  <a:pt x="48" y="8"/>
                  <a:pt x="48" y="8"/>
                </a:cubicBezTo>
                <a:cubicBezTo>
                  <a:pt x="48" y="9"/>
                  <a:pt x="48" y="9"/>
                  <a:pt x="48" y="9"/>
                </a:cubicBezTo>
                <a:cubicBezTo>
                  <a:pt x="48" y="9"/>
                  <a:pt x="48" y="9"/>
                  <a:pt x="48" y="9"/>
                </a:cubicBezTo>
                <a:cubicBezTo>
                  <a:pt x="49" y="9"/>
                  <a:pt x="49" y="9"/>
                  <a:pt x="49" y="9"/>
                </a:cubicBezTo>
                <a:close/>
              </a:path>
              <a:path w="192" h="20">
                <a:moveTo>
                  <a:pt x="51" y="13"/>
                </a:moveTo>
                <a:cubicBezTo>
                  <a:pt x="51" y="13"/>
                  <a:pt x="51" y="13"/>
                  <a:pt x="51" y="13"/>
                </a:cubicBezTo>
                <a:cubicBezTo>
                  <a:pt x="51" y="13"/>
                  <a:pt x="52" y="13"/>
                  <a:pt x="52" y="13"/>
                </a:cubicBezTo>
                <a:cubicBezTo>
                  <a:pt x="52" y="13"/>
                  <a:pt x="52" y="12"/>
                  <a:pt x="52" y="12"/>
                </a:cubicBezTo>
                <a:cubicBezTo>
                  <a:pt x="52" y="12"/>
                  <a:pt x="52" y="12"/>
                  <a:pt x="51" y="12"/>
                </a:cubicBezTo>
                <a:cubicBezTo>
                  <a:pt x="51" y="12"/>
                  <a:pt x="51" y="12"/>
                  <a:pt x="51" y="12"/>
                </a:cubicBezTo>
                <a:cubicBezTo>
                  <a:pt x="51" y="12"/>
                  <a:pt x="51" y="12"/>
                  <a:pt x="50" y="12"/>
                </a:cubicBezTo>
                <a:cubicBezTo>
                  <a:pt x="50" y="12"/>
                  <a:pt x="50" y="12"/>
                  <a:pt x="50" y="12"/>
                </a:cubicBezTo>
                <a:cubicBezTo>
                  <a:pt x="50" y="12"/>
                  <a:pt x="50" y="12"/>
                  <a:pt x="50" y="13"/>
                </a:cubicBezTo>
                <a:cubicBezTo>
                  <a:pt x="50" y="13"/>
                  <a:pt x="50" y="13"/>
                  <a:pt x="51" y="13"/>
                </a:cubicBezTo>
                <a:close/>
              </a:path>
              <a:path w="192" h="20">
                <a:moveTo>
                  <a:pt x="51" y="15"/>
                </a:moveTo>
                <a:cubicBezTo>
                  <a:pt x="52" y="15"/>
                  <a:pt x="52" y="15"/>
                  <a:pt x="52" y="15"/>
                </a:cubicBezTo>
                <a:cubicBezTo>
                  <a:pt x="53" y="15"/>
                  <a:pt x="53" y="15"/>
                  <a:pt x="53" y="14"/>
                </a:cubicBezTo>
                <a:cubicBezTo>
                  <a:pt x="53" y="14"/>
                  <a:pt x="53" y="14"/>
                  <a:pt x="53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2" y="13"/>
                  <a:pt x="52" y="13"/>
                </a:cubicBezTo>
                <a:cubicBezTo>
                  <a:pt x="52" y="13"/>
                  <a:pt x="51" y="14"/>
                  <a:pt x="51" y="14"/>
                </a:cubicBezTo>
                <a:cubicBezTo>
                  <a:pt x="51" y="14"/>
                  <a:pt x="51" y="14"/>
                  <a:pt x="51" y="14"/>
                </a:cubicBezTo>
                <a:lnTo>
                  <a:pt x="50" y="14"/>
                </a:lnTo>
                <a:cubicBezTo>
                  <a:pt x="50" y="14"/>
                  <a:pt x="50" y="14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2"/>
                </a:cubicBezTo>
                <a:cubicBezTo>
                  <a:pt x="49" y="12"/>
                  <a:pt x="49" y="12"/>
                  <a:pt x="49" y="13"/>
                </a:cubicBezTo>
                <a:cubicBezTo>
                  <a:pt x="49" y="13"/>
                  <a:pt x="49" y="13"/>
                  <a:pt x="49" y="13"/>
                </a:cubicBezTo>
                <a:cubicBezTo>
                  <a:pt x="49" y="14"/>
                  <a:pt x="49" y="14"/>
                  <a:pt x="49" y="15"/>
                </a:cubicBezTo>
                <a:cubicBezTo>
                  <a:pt x="50" y="15"/>
                  <a:pt x="50" y="15"/>
                  <a:pt x="51" y="15"/>
                </a:cubicBezTo>
                <a:close/>
              </a:path>
              <a:path w="192" h="20">
                <a:moveTo>
                  <a:pt x="68" y="8"/>
                </a:moveTo>
                <a:cubicBezTo>
                  <a:pt x="68" y="8"/>
                  <a:pt x="69" y="8"/>
                  <a:pt x="69" y="8"/>
                </a:cubicBezTo>
                <a:cubicBezTo>
                  <a:pt x="69" y="8"/>
                  <a:pt x="69" y="7"/>
                  <a:pt x="69" y="7"/>
                </a:cubicBezTo>
                <a:cubicBezTo>
                  <a:pt x="69" y="7"/>
                  <a:pt x="69" y="6"/>
                  <a:pt x="69" y="6"/>
                </a:cubicBezTo>
                <a:cubicBezTo>
                  <a:pt x="69" y="6"/>
                  <a:pt x="69" y="5"/>
                  <a:pt x="69" y="5"/>
                </a:cubicBezTo>
                <a:cubicBezTo>
                  <a:pt x="68" y="5"/>
                  <a:pt x="68" y="5"/>
                  <a:pt x="68" y="5"/>
                </a:cubicBezTo>
                <a:cubicBezTo>
                  <a:pt x="68" y="5"/>
                  <a:pt x="67" y="5"/>
                  <a:pt x="67" y="5"/>
                </a:cubicBezTo>
                <a:cubicBezTo>
                  <a:pt x="67" y="5"/>
                  <a:pt x="67" y="5"/>
                  <a:pt x="66" y="5"/>
                </a:cubicBezTo>
                <a:cubicBezTo>
                  <a:pt x="66" y="6"/>
                  <a:pt x="66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6"/>
                  <a:pt x="65" y="6"/>
                  <a:pt x="65" y="6"/>
                </a:cubicBezTo>
                <a:cubicBezTo>
                  <a:pt x="65" y="7"/>
                  <a:pt x="65" y="7"/>
                  <a:pt x="65" y="8"/>
                </a:cubicBezTo>
                <a:cubicBezTo>
                  <a:pt x="65" y="8"/>
                  <a:pt x="65" y="8"/>
                  <a:pt x="65" y="8"/>
                </a:cubicBezTo>
                <a:cubicBezTo>
                  <a:pt x="66" y="8"/>
                  <a:pt x="66" y="8"/>
                  <a:pt x="66" y="8"/>
                </a:cubicBezTo>
                <a:cubicBezTo>
                  <a:pt x="67" y="7"/>
                  <a:pt x="68" y="7"/>
                  <a:pt x="68" y="7"/>
                </a:cubicBezTo>
                <a:cubicBezTo>
                  <a:pt x="68" y="7"/>
                  <a:pt x="68" y="7"/>
                  <a:pt x="68" y="8"/>
                </a:cubicBezTo>
                <a:cubicBezTo>
                  <a:pt x="68" y="8"/>
                  <a:pt x="68" y="8"/>
                  <a:pt x="68" y="8"/>
                </a:cubicBezTo>
                <a:close/>
                <a:moveTo>
                  <a:pt x="68" y="6"/>
                </a:moveTo>
                <a:cubicBezTo>
                  <a:pt x="68" y="6"/>
                  <a:pt x="68" y="6"/>
                  <a:pt x="68" y="6"/>
                </a:cubicBezTo>
                <a:cubicBezTo>
                  <a:pt x="68" y="7"/>
                  <a:pt x="68" y="7"/>
                  <a:pt x="67" y="7"/>
                </a:cubicBezTo>
                <a:cubicBezTo>
                  <a:pt x="67" y="7"/>
                  <a:pt x="66" y="7"/>
                  <a:pt x="66" y="7"/>
                </a:cubicBezTo>
                <a:cubicBezTo>
                  <a:pt x="66" y="7"/>
                  <a:pt x="66" y="7"/>
                  <a:pt x="66" y="7"/>
                </a:cubicBezTo>
                <a:cubicBezTo>
                  <a:pt x="65" y="7"/>
                  <a:pt x="65" y="7"/>
                  <a:pt x="65" y="6"/>
                </a:cubicBezTo>
                <a:cubicBezTo>
                  <a:pt x="65" y="6"/>
                  <a:pt x="66" y="6"/>
                  <a:pt x="66" y="6"/>
                </a:cubicBezTo>
                <a:cubicBezTo>
                  <a:pt x="66" y="6"/>
                  <a:pt x="67" y="6"/>
                  <a:pt x="67" y="6"/>
                </a:cubicBezTo>
                <a:cubicBezTo>
                  <a:pt x="67" y="6"/>
                  <a:pt x="67" y="6"/>
                  <a:pt x="68" y="6"/>
                </a:cubicBezTo>
                <a:close/>
              </a:path>
              <a:path w="192" h="20">
                <a:moveTo>
                  <a:pt x="127" y="7"/>
                </a:moveTo>
                <a:cubicBezTo>
                  <a:pt x="127" y="7"/>
                  <a:pt x="127" y="7"/>
                  <a:pt x="127" y="7"/>
                </a:cubicBezTo>
                <a:cubicBezTo>
                  <a:pt x="127" y="7"/>
                  <a:pt x="127" y="7"/>
                  <a:pt x="127" y="6"/>
                </a:cubicBezTo>
                <a:cubicBezTo>
                  <a:pt x="127" y="6"/>
                  <a:pt x="127" y="5"/>
                  <a:pt x="127" y="5"/>
                </a:cubicBezTo>
                <a:cubicBezTo>
                  <a:pt x="127" y="4"/>
                  <a:pt x="127" y="4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7" y="3"/>
                  <a:pt x="127" y="3"/>
                </a:cubicBezTo>
                <a:cubicBezTo>
                  <a:pt x="127" y="3"/>
                  <a:pt x="126" y="3"/>
                  <a:pt x="126" y="3"/>
                </a:cubicBezTo>
                <a:cubicBezTo>
                  <a:pt x="125" y="3"/>
                  <a:pt x="125" y="3"/>
                  <a:pt x="125" y="4"/>
                </a:cubicBezTo>
                <a:cubicBezTo>
                  <a:pt x="125" y="4"/>
                  <a:pt x="125" y="4"/>
                  <a:pt x="125" y="4"/>
                </a:cubicBezTo>
                <a:cubicBezTo>
                  <a:pt x="125" y="4"/>
                  <a:pt x="125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4"/>
                  <a:pt x="126" y="4"/>
                  <a:pt x="126" y="4"/>
                </a:cubicBezTo>
                <a:cubicBezTo>
                  <a:pt x="126" y="5"/>
                  <a:pt x="126" y="5"/>
                  <a:pt x="126" y="5"/>
                </a:cubicBezTo>
                <a:cubicBezTo>
                  <a:pt x="125" y="5"/>
                  <a:pt x="125" y="5"/>
                  <a:pt x="125" y="5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5" y="6"/>
                </a:cubicBezTo>
                <a:cubicBezTo>
                  <a:pt x="125" y="6"/>
                  <a:pt x="125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6" y="6"/>
                </a:cubicBezTo>
                <a:cubicBezTo>
                  <a:pt x="126" y="6"/>
                  <a:pt x="126" y="6"/>
                  <a:pt x="127" y="7"/>
                </a:cubicBezTo>
                <a:cubicBezTo>
                  <a:pt x="127" y="7"/>
                  <a:pt x="127" y="7"/>
                  <a:pt x="127" y="7"/>
                </a:cubicBezTo>
                <a:close/>
              </a:path>
              <a:path w="192" h="20">
                <a:moveTo>
                  <a:pt x="125" y="13"/>
                </a:moveTo>
                <a:cubicBezTo>
                  <a:pt x="125" y="13"/>
                  <a:pt x="125" y="13"/>
                  <a:pt x="125" y="13"/>
                </a:cubicBezTo>
                <a:cubicBezTo>
                  <a:pt x="125" y="13"/>
                  <a:pt x="125" y="12"/>
                  <a:pt x="125" y="12"/>
                </a:cubicBezTo>
                <a:cubicBezTo>
                  <a:pt x="126" y="12"/>
                  <a:pt x="126" y="11"/>
                  <a:pt x="126" y="11"/>
                </a:cubicBezTo>
                <a:cubicBezTo>
                  <a:pt x="126" y="11"/>
                  <a:pt x="125" y="11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5" y="10"/>
                  <a:pt x="125" y="10"/>
                  <a:pt x="125" y="10"/>
                </a:cubicBezTo>
                <a:cubicBezTo>
                  <a:pt x="124" y="10"/>
                  <a:pt x="124" y="10"/>
                  <a:pt x="124" y="11"/>
                </a:cubicBezTo>
                <a:cubicBezTo>
                  <a:pt x="124" y="11"/>
                  <a:pt x="124" y="11"/>
                  <a:pt x="124" y="11"/>
                </a:cubicBezTo>
                <a:cubicBezTo>
                  <a:pt x="124" y="12"/>
                  <a:pt x="124" y="12"/>
                  <a:pt x="124" y="12"/>
                </a:cubicBezTo>
                <a:cubicBezTo>
                  <a:pt x="125" y="12"/>
                  <a:pt x="125" y="12"/>
                  <a:pt x="125" y="12"/>
                </a:cubicBezTo>
                <a:cubicBezTo>
                  <a:pt x="125" y="13"/>
                  <a:pt x="125" y="13"/>
                  <a:pt x="125" y="13"/>
                </a:cubicBezTo>
                <a:close/>
              </a:path>
              <a:path w="192" h="20">
                <a:moveTo>
                  <a:pt x="156" y="13"/>
                </a:moveTo>
                <a:cubicBezTo>
                  <a:pt x="156" y="13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6" y="12"/>
                </a:cubicBezTo>
                <a:cubicBezTo>
                  <a:pt x="156" y="12"/>
                  <a:pt x="156" y="12"/>
                  <a:pt x="155" y="12"/>
                </a:cubicBezTo>
                <a:cubicBezTo>
                  <a:pt x="155" y="12"/>
                  <a:pt x="155" y="12"/>
                  <a:pt x="155" y="12"/>
                </a:cubicBezTo>
                <a:cubicBezTo>
                  <a:pt x="155" y="12"/>
                  <a:pt x="155" y="12"/>
                  <a:pt x="155" y="13"/>
                </a:cubicBezTo>
                <a:cubicBezTo>
                  <a:pt x="155" y="13"/>
                  <a:pt x="155" y="13"/>
                  <a:pt x="155" y="13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5" y="14"/>
                </a:cubicBezTo>
                <a:cubicBezTo>
                  <a:pt x="155" y="14"/>
                  <a:pt x="155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4"/>
                  <a:pt x="156" y="14"/>
                  <a:pt x="156" y="14"/>
                </a:cubicBezTo>
                <a:cubicBezTo>
                  <a:pt x="156" y="13"/>
                  <a:pt x="156" y="13"/>
                  <a:pt x="156" y="13"/>
                </a:cubicBez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16" name="Rectangle 13"/>
          <p:cNvSpPr>
            <a:spLocks noGrp="1"/>
          </p:cNvSpPr>
          <p:nvPr/>
        </p:nvSpPr>
        <p:spPr>
          <a:xfrm>
            <a:off x="9972040" y="260350"/>
            <a:ext cx="182880" cy="6350"/>
          </a:xfrm>
          <a:prstGeom prst="rect">
            <a:avLst/>
          </a:prstGeom>
          <a:solidFill>
            <a:srgbClr val="005A9F"/>
          </a:solidFill>
          <a:ln>
            <a:noFill/>
          </a:ln>
        </p:spPr>
      </p:sp>
      <p:sp>
        <p:nvSpPr>
          <p:cNvPr id="17" name="Freeform 14"/>
          <p:cNvSpPr>
            <a:spLocks noGrp="1"/>
          </p:cNvSpPr>
          <p:nvPr/>
        </p:nvSpPr>
        <p:spPr>
          <a:xfrm>
            <a:off x="9881870" y="177800"/>
            <a:ext cx="358140" cy="91440"/>
          </a:xfrm>
          <a:custGeom>
            <a:avLst/>
            <a:gdLst/>
            <a:ahLst/>
            <a:cxnLst/>
            <a:rect l="l" t="t" r="r" b="b"/>
            <a:pathLst>
              <a:path w="232" h="59">
                <a:moveTo>
                  <a:pt x="7" y="34"/>
                </a:moveTo>
                <a:lnTo>
                  <a:pt x="2" y="31"/>
                </a:lnTo>
                <a:lnTo>
                  <a:pt x="1" y="31"/>
                </a:lnTo>
                <a:lnTo>
                  <a:pt x="1" y="30"/>
                </a:lnTo>
                <a:lnTo>
                  <a:pt x="2" y="30"/>
                </a:lnTo>
                <a:lnTo>
                  <a:pt x="3" y="30"/>
                </a:lnTo>
                <a:lnTo>
                  <a:pt x="3" y="29"/>
                </a:lnTo>
                <a:lnTo>
                  <a:pt x="4" y="29"/>
                </a:lnTo>
                <a:lnTo>
                  <a:pt x="5" y="30"/>
                </a:lnTo>
                <a:lnTo>
                  <a:pt x="6" y="30"/>
                </a:lnTo>
                <a:lnTo>
                  <a:pt x="7" y="31"/>
                </a:lnTo>
                <a:lnTo>
                  <a:pt x="7" y="32"/>
                </a:lnTo>
                <a:lnTo>
                  <a:pt x="8" y="34"/>
                </a:lnTo>
                <a:lnTo>
                  <a:pt x="9" y="33"/>
                </a:lnTo>
                <a:lnTo>
                  <a:pt x="9" y="28"/>
                </a:lnTo>
                <a:lnTo>
                  <a:pt x="9" y="27"/>
                </a:lnTo>
                <a:lnTo>
                  <a:pt x="9" y="26"/>
                </a:lnTo>
                <a:lnTo>
                  <a:pt x="10" y="26"/>
                </a:lnTo>
                <a:lnTo>
                  <a:pt x="11" y="26"/>
                </a:lnTo>
                <a:lnTo>
                  <a:pt x="12" y="26"/>
                </a:lnTo>
                <a:lnTo>
                  <a:pt x="13" y="26"/>
                </a:lnTo>
                <a:lnTo>
                  <a:pt x="14" y="27"/>
                </a:lnTo>
                <a:lnTo>
                  <a:pt x="14" y="28"/>
                </a:lnTo>
                <a:lnTo>
                  <a:pt x="15" y="28"/>
                </a:lnTo>
                <a:lnTo>
                  <a:pt x="15" y="29"/>
                </a:lnTo>
                <a:lnTo>
                  <a:pt x="14" y="29"/>
                </a:lnTo>
                <a:lnTo>
                  <a:pt x="12" y="32"/>
                </a:lnTo>
                <a:lnTo>
                  <a:pt x="12" y="33"/>
                </a:lnTo>
                <a:lnTo>
                  <a:pt x="11" y="33"/>
                </a:lnTo>
                <a:lnTo>
                  <a:pt x="11" y="34"/>
                </a:lnTo>
                <a:lnTo>
                  <a:pt x="11" y="35"/>
                </a:lnTo>
                <a:lnTo>
                  <a:pt x="11" y="37"/>
                </a:lnTo>
                <a:lnTo>
                  <a:pt x="13" y="37"/>
                </a:lnTo>
                <a:lnTo>
                  <a:pt x="14" y="36"/>
                </a:lnTo>
                <a:lnTo>
                  <a:pt x="14" y="35"/>
                </a:lnTo>
                <a:lnTo>
                  <a:pt x="14" y="34"/>
                </a:lnTo>
                <a:lnTo>
                  <a:pt x="14" y="33"/>
                </a:lnTo>
                <a:lnTo>
                  <a:pt x="13" y="33"/>
                </a:lnTo>
                <a:lnTo>
                  <a:pt x="13" y="32"/>
                </a:lnTo>
                <a:lnTo>
                  <a:pt x="14" y="32"/>
                </a:lnTo>
                <a:lnTo>
                  <a:pt x="16" y="32"/>
                </a:lnTo>
                <a:lnTo>
                  <a:pt x="17" y="32"/>
                </a:lnTo>
                <a:lnTo>
                  <a:pt x="18" y="32"/>
                </a:lnTo>
                <a:lnTo>
                  <a:pt x="18" y="33"/>
                </a:lnTo>
                <a:lnTo>
                  <a:pt x="18" y="34"/>
                </a:lnTo>
                <a:lnTo>
                  <a:pt x="17" y="34"/>
                </a:lnTo>
                <a:lnTo>
                  <a:pt x="17" y="35"/>
                </a:lnTo>
                <a:lnTo>
                  <a:pt x="17" y="36"/>
                </a:lnTo>
                <a:lnTo>
                  <a:pt x="16" y="36"/>
                </a:lnTo>
                <a:lnTo>
                  <a:pt x="16" y="38"/>
                </a:lnTo>
                <a:lnTo>
                  <a:pt x="17" y="38"/>
                </a:lnTo>
                <a:lnTo>
                  <a:pt x="19" y="35"/>
                </a:lnTo>
                <a:lnTo>
                  <a:pt x="19" y="34"/>
                </a:lnTo>
                <a:lnTo>
                  <a:pt x="20" y="34"/>
                </a:lnTo>
                <a:lnTo>
                  <a:pt x="21" y="34"/>
                </a:lnTo>
                <a:lnTo>
                  <a:pt x="22" y="34"/>
                </a:lnTo>
                <a:lnTo>
                  <a:pt x="22" y="35"/>
                </a:lnTo>
                <a:lnTo>
                  <a:pt x="23" y="35"/>
                </a:lnTo>
                <a:lnTo>
                  <a:pt x="23" y="36"/>
                </a:lnTo>
                <a:lnTo>
                  <a:pt x="22" y="36"/>
                </a:lnTo>
                <a:lnTo>
                  <a:pt x="19" y="42"/>
                </a:lnTo>
                <a:lnTo>
                  <a:pt x="18" y="42"/>
                </a:lnTo>
                <a:lnTo>
                  <a:pt x="18" y="43"/>
                </a:lnTo>
                <a:lnTo>
                  <a:pt x="19" y="43"/>
                </a:lnTo>
                <a:lnTo>
                  <a:pt x="20" y="43"/>
                </a:lnTo>
                <a:lnTo>
                  <a:pt x="22" y="43"/>
                </a:lnTo>
                <a:lnTo>
                  <a:pt x="23" y="43"/>
                </a:lnTo>
                <a:lnTo>
                  <a:pt x="23" y="44"/>
                </a:lnTo>
                <a:lnTo>
                  <a:pt x="20" y="48"/>
                </a:lnTo>
                <a:lnTo>
                  <a:pt x="24" y="54"/>
                </a:lnTo>
                <a:lnTo>
                  <a:pt x="24" y="56"/>
                </a:lnTo>
                <a:lnTo>
                  <a:pt x="25" y="57"/>
                </a:lnTo>
                <a:lnTo>
                  <a:pt x="25" y="58"/>
                </a:lnTo>
                <a:lnTo>
                  <a:pt x="25" y="59"/>
                </a:lnTo>
                <a:lnTo>
                  <a:pt x="24" y="59"/>
                </a:lnTo>
                <a:lnTo>
                  <a:pt x="23" y="59"/>
                </a:lnTo>
                <a:lnTo>
                  <a:pt x="22" y="59"/>
                </a:lnTo>
                <a:lnTo>
                  <a:pt x="22" y="58"/>
                </a:lnTo>
                <a:lnTo>
                  <a:pt x="17" y="51"/>
                </a:lnTo>
                <a:lnTo>
                  <a:pt x="13" y="57"/>
                </a:lnTo>
                <a:lnTo>
                  <a:pt x="12" y="58"/>
                </a:lnTo>
                <a:lnTo>
                  <a:pt x="11" y="58"/>
                </a:lnTo>
                <a:lnTo>
                  <a:pt x="10" y="58"/>
                </a:lnTo>
                <a:lnTo>
                  <a:pt x="10" y="57"/>
                </a:lnTo>
                <a:lnTo>
                  <a:pt x="12" y="52"/>
                </a:lnTo>
                <a:lnTo>
                  <a:pt x="14" y="47"/>
                </a:lnTo>
                <a:lnTo>
                  <a:pt x="14" y="46"/>
                </a:lnTo>
                <a:lnTo>
                  <a:pt x="13" y="46"/>
                </a:lnTo>
                <a:lnTo>
                  <a:pt x="8" y="53"/>
                </a:lnTo>
                <a:lnTo>
                  <a:pt x="7" y="54"/>
                </a:lnTo>
                <a:lnTo>
                  <a:pt x="7" y="55"/>
                </a:lnTo>
                <a:lnTo>
                  <a:pt x="6" y="55"/>
                </a:lnTo>
                <a:lnTo>
                  <a:pt x="5" y="56"/>
                </a:lnTo>
                <a:lnTo>
                  <a:pt x="3" y="56"/>
                </a:lnTo>
                <a:lnTo>
                  <a:pt x="2" y="55"/>
                </a:lnTo>
                <a:lnTo>
                  <a:pt x="12" y="44"/>
                </a:lnTo>
                <a:lnTo>
                  <a:pt x="11" y="42"/>
                </a:lnTo>
                <a:lnTo>
                  <a:pt x="11" y="43"/>
                </a:lnTo>
                <a:lnTo>
                  <a:pt x="10" y="43"/>
                </a:lnTo>
                <a:lnTo>
                  <a:pt x="10" y="44"/>
                </a:lnTo>
                <a:lnTo>
                  <a:pt x="10" y="45"/>
                </a:lnTo>
                <a:lnTo>
                  <a:pt x="10" y="46"/>
                </a:lnTo>
                <a:lnTo>
                  <a:pt x="9" y="47"/>
                </a:lnTo>
                <a:lnTo>
                  <a:pt x="5" y="46"/>
                </a:lnTo>
                <a:lnTo>
                  <a:pt x="5" y="45"/>
                </a:lnTo>
                <a:lnTo>
                  <a:pt x="5" y="44"/>
                </a:lnTo>
                <a:lnTo>
                  <a:pt x="3" y="43"/>
                </a:lnTo>
                <a:lnTo>
                  <a:pt x="3" y="42"/>
                </a:lnTo>
                <a:lnTo>
                  <a:pt x="4" y="42"/>
                </a:lnTo>
                <a:lnTo>
                  <a:pt x="7" y="42"/>
                </a:lnTo>
                <a:lnTo>
                  <a:pt x="8" y="42"/>
                </a:lnTo>
                <a:lnTo>
                  <a:pt x="8" y="41"/>
                </a:lnTo>
                <a:lnTo>
                  <a:pt x="9" y="41"/>
                </a:lnTo>
                <a:lnTo>
                  <a:pt x="10" y="41"/>
                </a:lnTo>
                <a:lnTo>
                  <a:pt x="10" y="40"/>
                </a:lnTo>
                <a:lnTo>
                  <a:pt x="8" y="39"/>
                </a:lnTo>
                <a:lnTo>
                  <a:pt x="8" y="38"/>
                </a:lnTo>
                <a:lnTo>
                  <a:pt x="8" y="37"/>
                </a:lnTo>
                <a:lnTo>
                  <a:pt x="9" y="37"/>
                </a:lnTo>
                <a:lnTo>
                  <a:pt x="10" y="37"/>
                </a:lnTo>
                <a:lnTo>
                  <a:pt x="10" y="36"/>
                </a:lnTo>
                <a:lnTo>
                  <a:pt x="10" y="35"/>
                </a:lnTo>
                <a:lnTo>
                  <a:pt x="9" y="35"/>
                </a:lnTo>
                <a:lnTo>
                  <a:pt x="5" y="39"/>
                </a:lnTo>
                <a:lnTo>
                  <a:pt x="4" y="40"/>
                </a:lnTo>
                <a:lnTo>
                  <a:pt x="3" y="40"/>
                </a:lnTo>
                <a:lnTo>
                  <a:pt x="2" y="40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8"/>
                </a:lnTo>
                <a:lnTo>
                  <a:pt x="7" y="34"/>
                </a:lnTo>
                <a:close/>
                <a:moveTo>
                  <a:pt x="17" y="45"/>
                </a:moveTo>
                <a:lnTo>
                  <a:pt x="17" y="45"/>
                </a:lnTo>
                <a:lnTo>
                  <a:pt x="18" y="45"/>
                </a:lnTo>
                <a:lnTo>
                  <a:pt x="18" y="46"/>
                </a:lnTo>
                <a:lnTo>
                  <a:pt x="19" y="46"/>
                </a:lnTo>
                <a:lnTo>
                  <a:pt x="19" y="45"/>
                </a:lnTo>
                <a:lnTo>
                  <a:pt x="18" y="44"/>
                </a:lnTo>
                <a:lnTo>
                  <a:pt x="17" y="44"/>
                </a:lnTo>
                <a:lnTo>
                  <a:pt x="17" y="45"/>
                </a:lnTo>
                <a:close/>
                <a:moveTo>
                  <a:pt x="16" y="42"/>
                </a:moveTo>
                <a:lnTo>
                  <a:pt x="18" y="39"/>
                </a:lnTo>
                <a:lnTo>
                  <a:pt x="19" y="39"/>
                </a:lnTo>
                <a:lnTo>
                  <a:pt x="17" y="42"/>
                </a:lnTo>
                <a:lnTo>
                  <a:pt x="17" y="43"/>
                </a:lnTo>
                <a:lnTo>
                  <a:pt x="16" y="43"/>
                </a:lnTo>
                <a:lnTo>
                  <a:pt x="16" y="42"/>
                </a:lnTo>
                <a:close/>
                <a:moveTo>
                  <a:pt x="13" y="38"/>
                </a:moveTo>
                <a:lnTo>
                  <a:pt x="15" y="41"/>
                </a:lnTo>
                <a:lnTo>
                  <a:pt x="15" y="40"/>
                </a:lnTo>
                <a:lnTo>
                  <a:pt x="16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5" y="37"/>
                </a:lnTo>
                <a:lnTo>
                  <a:pt x="14" y="37"/>
                </a:lnTo>
                <a:lnTo>
                  <a:pt x="13" y="38"/>
                </a:lnTo>
                <a:close/>
                <a:moveTo>
                  <a:pt x="11" y="29"/>
                </a:moveTo>
                <a:lnTo>
                  <a:pt x="11" y="29"/>
                </a:lnTo>
                <a:lnTo>
                  <a:pt x="11" y="28"/>
                </a:lnTo>
                <a:lnTo>
                  <a:pt x="12" y="28"/>
                </a:lnTo>
                <a:lnTo>
                  <a:pt x="12" y="29"/>
                </a:lnTo>
                <a:lnTo>
                  <a:pt x="12" y="30"/>
                </a:lnTo>
                <a:lnTo>
                  <a:pt x="12" y="31"/>
                </a:lnTo>
                <a:lnTo>
                  <a:pt x="11" y="31"/>
                </a:lnTo>
                <a:lnTo>
                  <a:pt x="11" y="30"/>
                </a:lnTo>
                <a:lnTo>
                  <a:pt x="11" y="29"/>
                </a:lnTo>
                <a:close/>
                <a:moveTo>
                  <a:pt x="15" y="48"/>
                </a:moveTo>
                <a:lnTo>
                  <a:pt x="16" y="49"/>
                </a:lnTo>
                <a:lnTo>
                  <a:pt x="13" y="53"/>
                </a:lnTo>
                <a:lnTo>
                  <a:pt x="12" y="53"/>
                </a:lnTo>
                <a:lnTo>
                  <a:pt x="15" y="48"/>
                </a:lnTo>
                <a:close/>
              </a:path>
              <a:path w="232" h="59">
                <a:moveTo>
                  <a:pt x="204" y="57"/>
                </a:moveTo>
                <a:cubicBezTo>
                  <a:pt x="202" y="54"/>
                  <a:pt x="202" y="53"/>
                  <a:pt x="201" y="52"/>
                </a:cubicBezTo>
                <a:cubicBezTo>
                  <a:pt x="201" y="52"/>
                  <a:pt x="201" y="52"/>
                  <a:pt x="201" y="52"/>
                </a:cubicBezTo>
                <a:cubicBezTo>
                  <a:pt x="203" y="53"/>
                  <a:pt x="204" y="54"/>
                  <a:pt x="206" y="52"/>
                </a:cubicBezTo>
                <a:cubicBezTo>
                  <a:pt x="208" y="50"/>
                  <a:pt x="209" y="48"/>
                  <a:pt x="210" y="46"/>
                </a:cubicBezTo>
                <a:cubicBezTo>
                  <a:pt x="210" y="45"/>
                  <a:pt x="210" y="45"/>
                  <a:pt x="210" y="45"/>
                </a:cubicBezTo>
                <a:cubicBezTo>
                  <a:pt x="207" y="45"/>
                  <a:pt x="204" y="46"/>
                  <a:pt x="200" y="46"/>
                </a:cubicBezTo>
                <a:cubicBezTo>
                  <a:pt x="199" y="45"/>
                  <a:pt x="198" y="43"/>
                  <a:pt x="198" y="42"/>
                </a:cubicBezTo>
                <a:cubicBezTo>
                  <a:pt x="198" y="42"/>
                  <a:pt x="198" y="42"/>
                  <a:pt x="198" y="42"/>
                </a:cubicBezTo>
                <a:cubicBezTo>
                  <a:pt x="203" y="42"/>
                  <a:pt x="208" y="44"/>
                  <a:pt x="213" y="43"/>
                </a:cubicBezTo>
                <a:cubicBezTo>
                  <a:pt x="214" y="43"/>
                  <a:pt x="217" y="41"/>
                  <a:pt x="216" y="41"/>
                </a:cubicBezTo>
                <a:cubicBezTo>
                  <a:pt x="215" y="39"/>
                  <a:pt x="210" y="41"/>
                  <a:pt x="209" y="38"/>
                </a:cubicBezTo>
                <a:cubicBezTo>
                  <a:pt x="209" y="38"/>
                  <a:pt x="209" y="38"/>
                  <a:pt x="209" y="38"/>
                </a:cubicBezTo>
                <a:cubicBezTo>
                  <a:pt x="213" y="38"/>
                  <a:pt x="216" y="39"/>
                  <a:pt x="219" y="39"/>
                </a:cubicBezTo>
                <a:cubicBezTo>
                  <a:pt x="221" y="38"/>
                  <a:pt x="223" y="37"/>
                  <a:pt x="224" y="37"/>
                </a:cubicBezTo>
                <a:cubicBezTo>
                  <a:pt x="225" y="36"/>
                  <a:pt x="225" y="36"/>
                  <a:pt x="226" y="35"/>
                </a:cubicBezTo>
                <a:cubicBezTo>
                  <a:pt x="225" y="34"/>
                  <a:pt x="222" y="33"/>
                  <a:pt x="222" y="34"/>
                </a:cubicBezTo>
                <a:cubicBezTo>
                  <a:pt x="221" y="36"/>
                  <a:pt x="221" y="38"/>
                  <a:pt x="218" y="38"/>
                </a:cubicBezTo>
                <a:cubicBezTo>
                  <a:pt x="216" y="38"/>
                  <a:pt x="216" y="37"/>
                  <a:pt x="215" y="36"/>
                </a:cubicBezTo>
                <a:cubicBezTo>
                  <a:pt x="215" y="33"/>
                  <a:pt x="217" y="33"/>
                  <a:pt x="218" y="32"/>
                </a:cubicBezTo>
                <a:cubicBezTo>
                  <a:pt x="217" y="31"/>
                  <a:pt x="216" y="32"/>
                  <a:pt x="215" y="32"/>
                </a:cubicBezTo>
                <a:cubicBezTo>
                  <a:pt x="215" y="33"/>
                  <a:pt x="215" y="33"/>
                  <a:pt x="214" y="34"/>
                </a:cubicBezTo>
                <a:cubicBezTo>
                  <a:pt x="214" y="35"/>
                  <a:pt x="214" y="36"/>
                  <a:pt x="213" y="36"/>
                </a:cubicBezTo>
                <a:cubicBezTo>
                  <a:pt x="212" y="36"/>
                  <a:pt x="212" y="34"/>
                  <a:pt x="212" y="34"/>
                </a:cubicBezTo>
                <a:cubicBezTo>
                  <a:pt x="211" y="34"/>
                  <a:pt x="211" y="35"/>
                  <a:pt x="210" y="36"/>
                </a:cubicBezTo>
                <a:cubicBezTo>
                  <a:pt x="209" y="36"/>
                  <a:pt x="209" y="36"/>
                  <a:pt x="209" y="35"/>
                </a:cubicBezTo>
                <a:cubicBezTo>
                  <a:pt x="210" y="33"/>
                  <a:pt x="210" y="29"/>
                  <a:pt x="211" y="27"/>
                </a:cubicBezTo>
                <a:cubicBezTo>
                  <a:pt x="212" y="27"/>
                  <a:pt x="211" y="29"/>
                  <a:pt x="212" y="30"/>
                </a:cubicBezTo>
                <a:cubicBezTo>
                  <a:pt x="212" y="30"/>
                  <a:pt x="213" y="30"/>
                  <a:pt x="213" y="30"/>
                </a:cubicBezTo>
                <a:cubicBezTo>
                  <a:pt x="213" y="28"/>
                  <a:pt x="213" y="26"/>
                  <a:pt x="213" y="24"/>
                </a:cubicBezTo>
                <a:cubicBezTo>
                  <a:pt x="213" y="24"/>
                  <a:pt x="213" y="24"/>
                  <a:pt x="213" y="24"/>
                </a:cubicBezTo>
                <a:cubicBezTo>
                  <a:pt x="214" y="23"/>
                  <a:pt x="215" y="26"/>
                  <a:pt x="215" y="27"/>
                </a:cubicBezTo>
                <a:cubicBezTo>
                  <a:pt x="215" y="28"/>
                  <a:pt x="215" y="29"/>
                  <a:pt x="215" y="30"/>
                </a:cubicBezTo>
                <a:cubicBezTo>
                  <a:pt x="216" y="31"/>
                  <a:pt x="217" y="31"/>
                  <a:pt x="218" y="30"/>
                </a:cubicBezTo>
                <a:cubicBezTo>
                  <a:pt x="218" y="29"/>
                  <a:pt x="217" y="28"/>
                  <a:pt x="218" y="27"/>
                </a:cubicBezTo>
                <a:cubicBezTo>
                  <a:pt x="219" y="27"/>
                  <a:pt x="219" y="29"/>
                  <a:pt x="221" y="29"/>
                </a:cubicBezTo>
                <a:cubicBezTo>
                  <a:pt x="221" y="28"/>
                  <a:pt x="222" y="28"/>
                  <a:pt x="223" y="27"/>
                </a:cubicBezTo>
                <a:cubicBezTo>
                  <a:pt x="224" y="28"/>
                  <a:pt x="225" y="30"/>
                  <a:pt x="224" y="31"/>
                </a:cubicBezTo>
                <a:cubicBezTo>
                  <a:pt x="224" y="31"/>
                  <a:pt x="223" y="31"/>
                  <a:pt x="223" y="32"/>
                </a:cubicBezTo>
                <a:cubicBezTo>
                  <a:pt x="224" y="32"/>
                  <a:pt x="228" y="33"/>
                  <a:pt x="229" y="33"/>
                </a:cubicBezTo>
                <a:cubicBezTo>
                  <a:pt x="230" y="33"/>
                  <a:pt x="232" y="37"/>
                  <a:pt x="230" y="39"/>
                </a:cubicBezTo>
                <a:cubicBezTo>
                  <a:pt x="229" y="39"/>
                  <a:pt x="226" y="39"/>
                  <a:pt x="225" y="39"/>
                </a:cubicBezTo>
                <a:cubicBezTo>
                  <a:pt x="223" y="39"/>
                  <a:pt x="223" y="39"/>
                  <a:pt x="222" y="39"/>
                </a:cubicBezTo>
                <a:cubicBezTo>
                  <a:pt x="221" y="40"/>
                  <a:pt x="221" y="40"/>
                  <a:pt x="222" y="42"/>
                </a:cubicBezTo>
                <a:cubicBezTo>
                  <a:pt x="221" y="44"/>
                  <a:pt x="218" y="42"/>
                  <a:pt x="217" y="44"/>
                </a:cubicBezTo>
                <a:cubicBezTo>
                  <a:pt x="218" y="45"/>
                  <a:pt x="220" y="46"/>
                  <a:pt x="219" y="48"/>
                </a:cubicBezTo>
                <a:cubicBezTo>
                  <a:pt x="218" y="49"/>
                  <a:pt x="215" y="49"/>
                  <a:pt x="214" y="48"/>
                </a:cubicBezTo>
                <a:cubicBezTo>
                  <a:pt x="215" y="46"/>
                  <a:pt x="215" y="46"/>
                  <a:pt x="215" y="46"/>
                </a:cubicBezTo>
                <a:cubicBezTo>
                  <a:pt x="215" y="46"/>
                  <a:pt x="215" y="46"/>
                  <a:pt x="214" y="46"/>
                </a:cubicBezTo>
                <a:cubicBezTo>
                  <a:pt x="212" y="46"/>
                  <a:pt x="210" y="51"/>
                  <a:pt x="209" y="53"/>
                </a:cubicBezTo>
                <a:cubicBezTo>
                  <a:pt x="208" y="54"/>
                  <a:pt x="207" y="58"/>
                  <a:pt x="204" y="57"/>
                </a:cubicBezTo>
                <a:close/>
                <a:moveTo>
                  <a:pt x="218" y="36"/>
                </a:moveTo>
                <a:cubicBezTo>
                  <a:pt x="218" y="35"/>
                  <a:pt x="218" y="35"/>
                  <a:pt x="218" y="35"/>
                </a:cubicBezTo>
                <a:cubicBezTo>
                  <a:pt x="218" y="35"/>
                  <a:pt x="219" y="34"/>
                  <a:pt x="219" y="34"/>
                </a:cubicBezTo>
                <a:cubicBezTo>
                  <a:pt x="219" y="35"/>
                  <a:pt x="219" y="35"/>
                  <a:pt x="218" y="36"/>
                </a:cubicBezTo>
                <a:cubicBezTo>
                  <a:pt x="218" y="36"/>
                  <a:pt x="218" y="36"/>
                  <a:pt x="218" y="36"/>
                </a:cubicBezTo>
                <a:close/>
              </a:path>
              <a:path w="232" h="59">
                <a:moveTo>
                  <a:pt x="177" y="37"/>
                </a:moveTo>
                <a:cubicBezTo>
                  <a:pt x="176" y="36"/>
                  <a:pt x="176" y="36"/>
                  <a:pt x="176" y="35"/>
                </a:cubicBezTo>
                <a:cubicBezTo>
                  <a:pt x="177" y="33"/>
                  <a:pt x="177" y="28"/>
                  <a:pt x="178" y="27"/>
                </a:cubicBezTo>
                <a:cubicBezTo>
                  <a:pt x="179" y="27"/>
                  <a:pt x="179" y="27"/>
                  <a:pt x="179" y="27"/>
                </a:cubicBezTo>
                <a:cubicBezTo>
                  <a:pt x="179" y="27"/>
                  <a:pt x="179" y="27"/>
                  <a:pt x="179" y="28"/>
                </a:cubicBezTo>
                <a:cubicBezTo>
                  <a:pt x="179" y="32"/>
                  <a:pt x="180" y="35"/>
                  <a:pt x="183" y="38"/>
                </a:cubicBezTo>
                <a:cubicBezTo>
                  <a:pt x="183" y="38"/>
                  <a:pt x="183" y="38"/>
                  <a:pt x="183" y="38"/>
                </a:cubicBezTo>
                <a:cubicBezTo>
                  <a:pt x="183" y="39"/>
                  <a:pt x="178" y="37"/>
                  <a:pt x="177" y="37"/>
                </a:cubicBezTo>
                <a:close/>
              </a:path>
              <a:path w="232" h="59">
                <a:moveTo>
                  <a:pt x="163" y="29"/>
                </a:moveTo>
                <a:cubicBezTo>
                  <a:pt x="163" y="28"/>
                  <a:pt x="163" y="28"/>
                  <a:pt x="162" y="28"/>
                </a:cubicBezTo>
                <a:cubicBezTo>
                  <a:pt x="162" y="27"/>
                  <a:pt x="162" y="27"/>
                  <a:pt x="162" y="27"/>
                </a:cubicBezTo>
                <a:cubicBezTo>
                  <a:pt x="164" y="28"/>
                  <a:pt x="165" y="28"/>
                  <a:pt x="166" y="28"/>
                </a:cubicBezTo>
                <a:cubicBezTo>
                  <a:pt x="169" y="28"/>
                  <a:pt x="171" y="27"/>
                  <a:pt x="173" y="26"/>
                </a:cubicBezTo>
                <a:cubicBezTo>
                  <a:pt x="172" y="25"/>
                  <a:pt x="170" y="25"/>
                  <a:pt x="169" y="26"/>
                </a:cubicBezTo>
                <a:cubicBezTo>
                  <a:pt x="167" y="25"/>
                  <a:pt x="166" y="21"/>
                  <a:pt x="166" y="21"/>
                </a:cubicBezTo>
                <a:cubicBezTo>
                  <a:pt x="168" y="21"/>
                  <a:pt x="172" y="23"/>
                  <a:pt x="173" y="22"/>
                </a:cubicBezTo>
                <a:cubicBezTo>
                  <a:pt x="178" y="23"/>
                  <a:pt x="178" y="21"/>
                  <a:pt x="181" y="17"/>
                </a:cubicBezTo>
                <a:cubicBezTo>
                  <a:pt x="182" y="16"/>
                  <a:pt x="184" y="12"/>
                  <a:pt x="185" y="12"/>
                </a:cubicBezTo>
                <a:cubicBezTo>
                  <a:pt x="186" y="13"/>
                  <a:pt x="186" y="15"/>
                  <a:pt x="186" y="17"/>
                </a:cubicBezTo>
                <a:cubicBezTo>
                  <a:pt x="185" y="19"/>
                  <a:pt x="183" y="20"/>
                  <a:pt x="182" y="23"/>
                </a:cubicBezTo>
                <a:cubicBezTo>
                  <a:pt x="184" y="24"/>
                  <a:pt x="185" y="22"/>
                  <a:pt x="187" y="24"/>
                </a:cubicBezTo>
                <a:cubicBezTo>
                  <a:pt x="187" y="25"/>
                  <a:pt x="187" y="25"/>
                  <a:pt x="187" y="25"/>
                </a:cubicBezTo>
                <a:cubicBezTo>
                  <a:pt x="186" y="26"/>
                  <a:pt x="184" y="25"/>
                  <a:pt x="183" y="25"/>
                </a:cubicBezTo>
                <a:cubicBezTo>
                  <a:pt x="180" y="25"/>
                  <a:pt x="180" y="25"/>
                  <a:pt x="179" y="25"/>
                </a:cubicBezTo>
                <a:cubicBezTo>
                  <a:pt x="175" y="28"/>
                  <a:pt x="169" y="33"/>
                  <a:pt x="163" y="29"/>
                </a:cubicBezTo>
                <a:close/>
              </a:path>
              <a:path w="232" h="59">
                <a:moveTo>
                  <a:pt x="134" y="18"/>
                </a:moveTo>
                <a:cubicBezTo>
                  <a:pt x="133" y="16"/>
                  <a:pt x="134" y="15"/>
                  <a:pt x="134" y="14"/>
                </a:cubicBezTo>
                <a:cubicBezTo>
                  <a:pt x="134" y="14"/>
                  <a:pt x="134" y="14"/>
                  <a:pt x="134" y="14"/>
                </a:cubicBezTo>
                <a:cubicBezTo>
                  <a:pt x="133" y="15"/>
                  <a:pt x="132" y="15"/>
                  <a:pt x="132" y="15"/>
                </a:cubicBezTo>
                <a:cubicBezTo>
                  <a:pt x="131" y="16"/>
                  <a:pt x="130" y="17"/>
                  <a:pt x="129" y="19"/>
                </a:cubicBezTo>
                <a:cubicBezTo>
                  <a:pt x="129" y="20"/>
                  <a:pt x="129" y="30"/>
                  <a:pt x="126" y="30"/>
                </a:cubicBezTo>
                <a:cubicBezTo>
                  <a:pt x="124" y="28"/>
                  <a:pt x="125" y="27"/>
                  <a:pt x="125" y="25"/>
                </a:cubicBezTo>
                <a:cubicBezTo>
                  <a:pt x="125" y="24"/>
                  <a:pt x="125" y="24"/>
                  <a:pt x="126" y="23"/>
                </a:cubicBezTo>
                <a:cubicBezTo>
                  <a:pt x="125" y="23"/>
                  <a:pt x="123" y="25"/>
                  <a:pt x="123" y="25"/>
                </a:cubicBezTo>
                <a:cubicBezTo>
                  <a:pt x="121" y="26"/>
                  <a:pt x="120" y="25"/>
                  <a:pt x="120" y="23"/>
                </a:cubicBezTo>
                <a:cubicBezTo>
                  <a:pt x="122" y="23"/>
                  <a:pt x="124" y="21"/>
                  <a:pt x="126" y="19"/>
                </a:cubicBezTo>
                <a:cubicBezTo>
                  <a:pt x="126" y="17"/>
                  <a:pt x="126" y="17"/>
                  <a:pt x="126" y="14"/>
                </a:cubicBezTo>
                <a:cubicBezTo>
                  <a:pt x="126" y="14"/>
                  <a:pt x="126" y="14"/>
                  <a:pt x="126" y="14"/>
                </a:cubicBezTo>
                <a:cubicBezTo>
                  <a:pt x="125" y="15"/>
                  <a:pt x="125" y="15"/>
                  <a:pt x="124" y="16"/>
                </a:cubicBezTo>
                <a:cubicBezTo>
                  <a:pt x="122" y="18"/>
                  <a:pt x="119" y="16"/>
                  <a:pt x="120" y="14"/>
                </a:cubicBezTo>
                <a:cubicBezTo>
                  <a:pt x="122" y="14"/>
                  <a:pt x="124" y="12"/>
                  <a:pt x="126" y="11"/>
                </a:cubicBezTo>
                <a:cubicBezTo>
                  <a:pt x="127" y="9"/>
                  <a:pt x="127" y="6"/>
                  <a:pt x="127" y="4"/>
                </a:cubicBezTo>
                <a:cubicBezTo>
                  <a:pt x="126" y="3"/>
                  <a:pt x="128" y="2"/>
                  <a:pt x="129" y="1"/>
                </a:cubicBezTo>
                <a:cubicBezTo>
                  <a:pt x="132" y="2"/>
                  <a:pt x="130" y="5"/>
                  <a:pt x="130" y="7"/>
                </a:cubicBezTo>
                <a:cubicBezTo>
                  <a:pt x="130" y="8"/>
                  <a:pt x="130" y="8"/>
                  <a:pt x="130" y="9"/>
                </a:cubicBezTo>
                <a:cubicBezTo>
                  <a:pt x="130" y="9"/>
                  <a:pt x="131" y="8"/>
                  <a:pt x="132" y="8"/>
                </a:cubicBezTo>
                <a:cubicBezTo>
                  <a:pt x="132" y="8"/>
                  <a:pt x="132" y="8"/>
                  <a:pt x="132" y="9"/>
                </a:cubicBezTo>
                <a:cubicBezTo>
                  <a:pt x="129" y="12"/>
                  <a:pt x="129" y="11"/>
                  <a:pt x="129" y="15"/>
                </a:cubicBezTo>
                <a:cubicBezTo>
                  <a:pt x="130" y="15"/>
                  <a:pt x="131" y="14"/>
                  <a:pt x="131" y="13"/>
                </a:cubicBezTo>
                <a:cubicBezTo>
                  <a:pt x="130" y="12"/>
                  <a:pt x="130" y="12"/>
                  <a:pt x="130" y="12"/>
                </a:cubicBezTo>
                <a:cubicBezTo>
                  <a:pt x="132" y="12"/>
                  <a:pt x="134" y="11"/>
                  <a:pt x="136" y="10"/>
                </a:cubicBezTo>
                <a:cubicBezTo>
                  <a:pt x="136" y="8"/>
                  <a:pt x="137" y="7"/>
                  <a:pt x="138" y="4"/>
                </a:cubicBezTo>
                <a:cubicBezTo>
                  <a:pt x="140" y="2"/>
                  <a:pt x="143" y="5"/>
                  <a:pt x="142" y="8"/>
                </a:cubicBezTo>
                <a:cubicBezTo>
                  <a:pt x="142" y="9"/>
                  <a:pt x="138" y="11"/>
                  <a:pt x="137" y="12"/>
                </a:cubicBezTo>
                <a:cubicBezTo>
                  <a:pt x="137" y="12"/>
                  <a:pt x="136" y="15"/>
                  <a:pt x="136" y="15"/>
                </a:cubicBezTo>
                <a:cubicBezTo>
                  <a:pt x="138" y="16"/>
                  <a:pt x="139" y="11"/>
                  <a:pt x="142" y="13"/>
                </a:cubicBezTo>
                <a:cubicBezTo>
                  <a:pt x="143" y="14"/>
                  <a:pt x="143" y="14"/>
                  <a:pt x="143" y="15"/>
                </a:cubicBezTo>
                <a:cubicBezTo>
                  <a:pt x="142" y="17"/>
                  <a:pt x="140" y="20"/>
                  <a:pt x="139" y="23"/>
                </a:cubicBezTo>
                <a:cubicBezTo>
                  <a:pt x="141" y="25"/>
                  <a:pt x="143" y="26"/>
                  <a:pt x="146" y="27"/>
                </a:cubicBezTo>
                <a:cubicBezTo>
                  <a:pt x="146" y="27"/>
                  <a:pt x="142" y="29"/>
                  <a:pt x="141" y="29"/>
                </a:cubicBezTo>
                <a:cubicBezTo>
                  <a:pt x="138" y="30"/>
                  <a:pt x="138" y="27"/>
                  <a:pt x="137" y="25"/>
                </a:cubicBezTo>
                <a:cubicBezTo>
                  <a:pt x="135" y="27"/>
                  <a:pt x="132" y="28"/>
                  <a:pt x="129" y="27"/>
                </a:cubicBezTo>
                <a:cubicBezTo>
                  <a:pt x="129" y="27"/>
                  <a:pt x="129" y="27"/>
                  <a:pt x="129" y="27"/>
                </a:cubicBezTo>
                <a:cubicBezTo>
                  <a:pt x="131" y="26"/>
                  <a:pt x="133" y="26"/>
                  <a:pt x="134" y="24"/>
                </a:cubicBezTo>
                <a:cubicBezTo>
                  <a:pt x="137" y="22"/>
                  <a:pt x="132" y="20"/>
                  <a:pt x="133" y="18"/>
                </a:cubicBezTo>
                <a:cubicBezTo>
                  <a:pt x="133" y="18"/>
                  <a:pt x="133" y="18"/>
                  <a:pt x="134" y="18"/>
                </a:cubicBezTo>
                <a:cubicBezTo>
                  <a:pt x="134" y="19"/>
                  <a:pt x="136" y="20"/>
                  <a:pt x="137" y="20"/>
                </a:cubicBezTo>
                <a:cubicBezTo>
                  <a:pt x="137" y="19"/>
                  <a:pt x="138" y="18"/>
                  <a:pt x="139" y="17"/>
                </a:cubicBezTo>
                <a:cubicBezTo>
                  <a:pt x="138" y="17"/>
                  <a:pt x="137" y="18"/>
                  <a:pt x="136" y="19"/>
                </a:cubicBezTo>
                <a:cubicBezTo>
                  <a:pt x="136" y="18"/>
                  <a:pt x="135" y="18"/>
                  <a:pt x="134" y="18"/>
                </a:cubicBezTo>
                <a:close/>
              </a:path>
              <a:path w="232" h="59">
                <a:moveTo>
                  <a:pt x="84" y="9"/>
                </a:moveTo>
                <a:cubicBezTo>
                  <a:pt x="86" y="9"/>
                  <a:pt x="87" y="10"/>
                  <a:pt x="87" y="12"/>
                </a:cubicBezTo>
                <a:cubicBezTo>
                  <a:pt x="88" y="11"/>
                  <a:pt x="87" y="10"/>
                  <a:pt x="90" y="11"/>
                </a:cubicBezTo>
                <a:cubicBezTo>
                  <a:pt x="90" y="12"/>
                  <a:pt x="90" y="12"/>
                  <a:pt x="90" y="14"/>
                </a:cubicBezTo>
                <a:cubicBezTo>
                  <a:pt x="89" y="15"/>
                  <a:pt x="88" y="16"/>
                  <a:pt x="87" y="17"/>
                </a:cubicBezTo>
                <a:cubicBezTo>
                  <a:pt x="88" y="19"/>
                  <a:pt x="87" y="19"/>
                  <a:pt x="88" y="20"/>
                </a:cubicBezTo>
                <a:cubicBezTo>
                  <a:pt x="88" y="20"/>
                  <a:pt x="89" y="19"/>
                  <a:pt x="90" y="18"/>
                </a:cubicBezTo>
                <a:cubicBezTo>
                  <a:pt x="90" y="20"/>
                  <a:pt x="89" y="20"/>
                  <a:pt x="88" y="21"/>
                </a:cubicBezTo>
                <a:cubicBezTo>
                  <a:pt x="88" y="24"/>
                  <a:pt x="90" y="28"/>
                  <a:pt x="88" y="30"/>
                </a:cubicBezTo>
                <a:cubicBezTo>
                  <a:pt x="85" y="31"/>
                  <a:pt x="86" y="26"/>
                  <a:pt x="85" y="25"/>
                </a:cubicBezTo>
                <a:cubicBezTo>
                  <a:pt x="85" y="25"/>
                  <a:pt x="85" y="25"/>
                  <a:pt x="85" y="25"/>
                </a:cubicBezTo>
                <a:cubicBezTo>
                  <a:pt x="84" y="26"/>
                  <a:pt x="82" y="28"/>
                  <a:pt x="81" y="27"/>
                </a:cubicBezTo>
                <a:cubicBezTo>
                  <a:pt x="80" y="26"/>
                  <a:pt x="81" y="24"/>
                  <a:pt x="82" y="22"/>
                </a:cubicBezTo>
                <a:cubicBezTo>
                  <a:pt x="83" y="21"/>
                  <a:pt x="85" y="18"/>
                  <a:pt x="85" y="18"/>
                </a:cubicBezTo>
                <a:cubicBezTo>
                  <a:pt x="85" y="17"/>
                  <a:pt x="85" y="17"/>
                  <a:pt x="85" y="17"/>
                </a:cubicBezTo>
                <a:cubicBezTo>
                  <a:pt x="85" y="17"/>
                  <a:pt x="84" y="16"/>
                  <a:pt x="84" y="16"/>
                </a:cubicBezTo>
                <a:cubicBezTo>
                  <a:pt x="83" y="18"/>
                  <a:pt x="81" y="20"/>
                  <a:pt x="79" y="20"/>
                </a:cubicBezTo>
                <a:cubicBezTo>
                  <a:pt x="78" y="19"/>
                  <a:pt x="78" y="19"/>
                  <a:pt x="78" y="18"/>
                </a:cubicBezTo>
                <a:cubicBezTo>
                  <a:pt x="80" y="17"/>
                  <a:pt x="82" y="15"/>
                  <a:pt x="84" y="14"/>
                </a:cubicBezTo>
                <a:cubicBezTo>
                  <a:pt x="84" y="12"/>
                  <a:pt x="83" y="11"/>
                  <a:pt x="84" y="9"/>
                </a:cubicBezTo>
                <a:cubicBezTo>
                  <a:pt x="82" y="9"/>
                  <a:pt x="81" y="10"/>
                  <a:pt x="80" y="10"/>
                </a:cubicBezTo>
                <a:cubicBezTo>
                  <a:pt x="80" y="10"/>
                  <a:pt x="80" y="10"/>
                  <a:pt x="81" y="9"/>
                </a:cubicBezTo>
                <a:cubicBezTo>
                  <a:pt x="85" y="6"/>
                  <a:pt x="86" y="5"/>
                  <a:pt x="86" y="4"/>
                </a:cubicBezTo>
                <a:cubicBezTo>
                  <a:pt x="87" y="3"/>
                  <a:pt x="87" y="2"/>
                  <a:pt x="89" y="3"/>
                </a:cubicBezTo>
                <a:cubicBezTo>
                  <a:pt x="90" y="3"/>
                  <a:pt x="90" y="5"/>
                  <a:pt x="90" y="5"/>
                </a:cubicBezTo>
                <a:cubicBezTo>
                  <a:pt x="88" y="7"/>
                  <a:pt x="86" y="8"/>
                  <a:pt x="84" y="9"/>
                </a:cubicBezTo>
                <a:cubicBezTo>
                  <a:pt x="84" y="9"/>
                  <a:pt x="84" y="9"/>
                  <a:pt x="84" y="9"/>
                </a:cubicBezTo>
                <a:close/>
                <a:moveTo>
                  <a:pt x="84" y="23"/>
                </a:moveTo>
                <a:cubicBezTo>
                  <a:pt x="84" y="22"/>
                  <a:pt x="84" y="22"/>
                  <a:pt x="85" y="21"/>
                </a:cubicBezTo>
                <a:cubicBezTo>
                  <a:pt x="85" y="21"/>
                  <a:pt x="85" y="21"/>
                  <a:pt x="85" y="22"/>
                </a:cubicBezTo>
                <a:cubicBezTo>
                  <a:pt x="85" y="22"/>
                  <a:pt x="85" y="23"/>
                  <a:pt x="84" y="23"/>
                </a:cubicBezTo>
                <a:close/>
              </a:path>
              <a:path w="232" h="59">
                <a:moveTo>
                  <a:pt x="99" y="32"/>
                </a:moveTo>
                <a:cubicBezTo>
                  <a:pt x="99" y="32"/>
                  <a:pt x="98" y="32"/>
                  <a:pt x="98" y="31"/>
                </a:cubicBezTo>
                <a:cubicBezTo>
                  <a:pt x="98" y="28"/>
                  <a:pt x="97" y="25"/>
                  <a:pt x="97" y="22"/>
                </a:cubicBezTo>
                <a:cubicBezTo>
                  <a:pt x="96" y="22"/>
                  <a:pt x="95" y="23"/>
                  <a:pt x="94" y="24"/>
                </a:cubicBezTo>
                <a:cubicBezTo>
                  <a:pt x="93" y="24"/>
                  <a:pt x="92" y="24"/>
                  <a:pt x="92" y="23"/>
                </a:cubicBezTo>
                <a:cubicBezTo>
                  <a:pt x="92" y="23"/>
                  <a:pt x="92" y="22"/>
                  <a:pt x="92" y="22"/>
                </a:cubicBezTo>
                <a:cubicBezTo>
                  <a:pt x="92" y="20"/>
                  <a:pt x="93" y="16"/>
                  <a:pt x="91" y="16"/>
                </a:cubicBezTo>
                <a:cubicBezTo>
                  <a:pt x="90" y="15"/>
                  <a:pt x="90" y="15"/>
                  <a:pt x="90" y="14"/>
                </a:cubicBezTo>
                <a:cubicBezTo>
                  <a:pt x="92" y="14"/>
                  <a:pt x="91" y="11"/>
                  <a:pt x="91" y="10"/>
                </a:cubicBezTo>
                <a:cubicBezTo>
                  <a:pt x="89" y="9"/>
                  <a:pt x="87" y="8"/>
                  <a:pt x="89" y="7"/>
                </a:cubicBezTo>
                <a:cubicBezTo>
                  <a:pt x="91" y="7"/>
                  <a:pt x="93" y="7"/>
                  <a:pt x="94" y="9"/>
                </a:cubicBezTo>
                <a:cubicBezTo>
                  <a:pt x="94" y="10"/>
                  <a:pt x="92" y="12"/>
                  <a:pt x="92" y="13"/>
                </a:cubicBezTo>
                <a:cubicBezTo>
                  <a:pt x="94" y="13"/>
                  <a:pt x="95" y="14"/>
                  <a:pt x="95" y="16"/>
                </a:cubicBezTo>
                <a:cubicBezTo>
                  <a:pt x="93" y="17"/>
                  <a:pt x="93" y="18"/>
                  <a:pt x="94" y="20"/>
                </a:cubicBezTo>
                <a:cubicBezTo>
                  <a:pt x="95" y="19"/>
                  <a:pt x="95" y="18"/>
                  <a:pt x="96" y="17"/>
                </a:cubicBezTo>
                <a:cubicBezTo>
                  <a:pt x="96" y="11"/>
                  <a:pt x="93" y="7"/>
                  <a:pt x="93" y="2"/>
                </a:cubicBezTo>
                <a:cubicBezTo>
                  <a:pt x="94" y="0"/>
                  <a:pt x="96" y="0"/>
                  <a:pt x="97" y="2"/>
                </a:cubicBezTo>
                <a:cubicBezTo>
                  <a:pt x="97" y="5"/>
                  <a:pt x="97" y="11"/>
                  <a:pt x="99" y="14"/>
                </a:cubicBezTo>
                <a:cubicBezTo>
                  <a:pt x="99" y="13"/>
                  <a:pt x="100" y="12"/>
                  <a:pt x="100" y="11"/>
                </a:cubicBezTo>
                <a:cubicBezTo>
                  <a:pt x="101" y="11"/>
                  <a:pt x="102" y="12"/>
                  <a:pt x="103" y="14"/>
                </a:cubicBezTo>
                <a:cubicBezTo>
                  <a:pt x="101" y="15"/>
                  <a:pt x="100" y="16"/>
                  <a:pt x="99" y="18"/>
                </a:cubicBezTo>
                <a:cubicBezTo>
                  <a:pt x="100" y="23"/>
                  <a:pt x="100" y="26"/>
                  <a:pt x="101" y="29"/>
                </a:cubicBezTo>
                <a:cubicBezTo>
                  <a:pt x="100" y="30"/>
                  <a:pt x="100" y="32"/>
                  <a:pt x="99" y="32"/>
                </a:cubicBezTo>
                <a:close/>
              </a:path>
              <a:path w="232" h="59">
                <a:moveTo>
                  <a:pt x="58" y="41"/>
                </a:moveTo>
                <a:cubicBezTo>
                  <a:pt x="58" y="42"/>
                  <a:pt x="57" y="41"/>
                  <a:pt x="57" y="41"/>
                </a:cubicBezTo>
                <a:cubicBezTo>
                  <a:pt x="52" y="36"/>
                  <a:pt x="53" y="29"/>
                  <a:pt x="50" y="25"/>
                </a:cubicBezTo>
                <a:cubicBezTo>
                  <a:pt x="48" y="26"/>
                  <a:pt x="48" y="30"/>
                  <a:pt x="47" y="31"/>
                </a:cubicBezTo>
                <a:cubicBezTo>
                  <a:pt x="44" y="33"/>
                  <a:pt x="43" y="28"/>
                  <a:pt x="43" y="26"/>
                </a:cubicBezTo>
                <a:cubicBezTo>
                  <a:pt x="43" y="25"/>
                  <a:pt x="43" y="24"/>
                  <a:pt x="43" y="23"/>
                </a:cubicBezTo>
                <a:cubicBezTo>
                  <a:pt x="44" y="23"/>
                  <a:pt x="45" y="25"/>
                  <a:pt x="46" y="26"/>
                </a:cubicBezTo>
                <a:cubicBezTo>
                  <a:pt x="47" y="26"/>
                  <a:pt x="47" y="26"/>
                  <a:pt x="47" y="26"/>
                </a:cubicBezTo>
                <a:cubicBezTo>
                  <a:pt x="50" y="21"/>
                  <a:pt x="47" y="18"/>
                  <a:pt x="44" y="15"/>
                </a:cubicBezTo>
                <a:cubicBezTo>
                  <a:pt x="44" y="14"/>
                  <a:pt x="44" y="13"/>
                  <a:pt x="45" y="12"/>
                </a:cubicBezTo>
                <a:cubicBezTo>
                  <a:pt x="45" y="12"/>
                  <a:pt x="47" y="12"/>
                  <a:pt x="48" y="12"/>
                </a:cubicBezTo>
                <a:cubicBezTo>
                  <a:pt x="48" y="12"/>
                  <a:pt x="48" y="12"/>
                  <a:pt x="48" y="12"/>
                </a:cubicBezTo>
                <a:cubicBezTo>
                  <a:pt x="49" y="14"/>
                  <a:pt x="50" y="16"/>
                  <a:pt x="50" y="17"/>
                </a:cubicBezTo>
                <a:cubicBezTo>
                  <a:pt x="50" y="17"/>
                  <a:pt x="51" y="17"/>
                  <a:pt x="51" y="17"/>
                </a:cubicBezTo>
                <a:cubicBezTo>
                  <a:pt x="52" y="16"/>
                  <a:pt x="53" y="14"/>
                  <a:pt x="54" y="12"/>
                </a:cubicBezTo>
                <a:cubicBezTo>
                  <a:pt x="55" y="12"/>
                  <a:pt x="57" y="10"/>
                  <a:pt x="58" y="13"/>
                </a:cubicBezTo>
                <a:cubicBezTo>
                  <a:pt x="58" y="15"/>
                  <a:pt x="53" y="19"/>
                  <a:pt x="57" y="20"/>
                </a:cubicBezTo>
                <a:cubicBezTo>
                  <a:pt x="57" y="20"/>
                  <a:pt x="57" y="21"/>
                  <a:pt x="57" y="21"/>
                </a:cubicBezTo>
                <a:cubicBezTo>
                  <a:pt x="57" y="23"/>
                  <a:pt x="55" y="25"/>
                  <a:pt x="53" y="26"/>
                </a:cubicBezTo>
                <a:cubicBezTo>
                  <a:pt x="54" y="30"/>
                  <a:pt x="57" y="34"/>
                  <a:pt x="58" y="37"/>
                </a:cubicBezTo>
                <a:cubicBezTo>
                  <a:pt x="59" y="39"/>
                  <a:pt x="59" y="40"/>
                  <a:pt x="58" y="41"/>
                </a:cubicBezTo>
                <a:close/>
                <a:moveTo>
                  <a:pt x="53" y="23"/>
                </a:moveTo>
                <a:cubicBezTo>
                  <a:pt x="52" y="23"/>
                  <a:pt x="51" y="21"/>
                  <a:pt x="51" y="21"/>
                </a:cubicBezTo>
                <a:cubicBezTo>
                  <a:pt x="51" y="20"/>
                  <a:pt x="52" y="18"/>
                  <a:pt x="53" y="18"/>
                </a:cubicBezTo>
                <a:cubicBezTo>
                  <a:pt x="54" y="20"/>
                  <a:pt x="54" y="21"/>
                  <a:pt x="53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18" name="Freeform 15"/>
          <p:cNvSpPr>
            <a:spLocks noGrp="1"/>
          </p:cNvSpPr>
          <p:nvPr/>
        </p:nvSpPr>
        <p:spPr>
          <a:xfrm>
            <a:off x="9803130" y="257810"/>
            <a:ext cx="519430" cy="294640"/>
          </a:xfrm>
          <a:custGeom>
            <a:avLst/>
            <a:gdLst/>
            <a:ahLst/>
            <a:cxnLst/>
            <a:rect l="l" t="t" r="r" b="b"/>
            <a:pathLst>
              <a:path w="336" h="189">
                <a:moveTo>
                  <a:pt x="293" y="24"/>
                </a:moveTo>
                <a:lnTo>
                  <a:pt x="299" y="19"/>
                </a:lnTo>
                <a:lnTo>
                  <a:pt x="300" y="19"/>
                </a:lnTo>
                <a:cubicBezTo>
                  <a:pt x="298" y="20"/>
                  <a:pt x="297" y="22"/>
                  <a:pt x="297" y="23"/>
                </a:cubicBezTo>
                <a:cubicBezTo>
                  <a:pt x="296" y="24"/>
                  <a:pt x="296" y="26"/>
                  <a:pt x="297" y="27"/>
                </a:cubicBezTo>
                <a:cubicBezTo>
                  <a:pt x="298" y="28"/>
                  <a:pt x="299" y="28"/>
                  <a:pt x="302" y="27"/>
                </a:cubicBezTo>
                <a:cubicBezTo>
                  <a:pt x="304" y="27"/>
                  <a:pt x="307" y="25"/>
                  <a:pt x="309" y="23"/>
                </a:cubicBezTo>
                <a:cubicBezTo>
                  <a:pt x="311" y="22"/>
                  <a:pt x="313" y="20"/>
                  <a:pt x="314" y="19"/>
                </a:cubicBezTo>
                <a:cubicBezTo>
                  <a:pt x="316" y="17"/>
                  <a:pt x="316" y="16"/>
                  <a:pt x="317" y="14"/>
                </a:cubicBezTo>
                <a:cubicBezTo>
                  <a:pt x="317" y="13"/>
                  <a:pt x="317" y="12"/>
                  <a:pt x="317" y="12"/>
                </a:cubicBezTo>
                <a:cubicBezTo>
                  <a:pt x="316" y="11"/>
                  <a:pt x="316" y="11"/>
                  <a:pt x="315" y="11"/>
                </a:cubicBezTo>
                <a:cubicBezTo>
                  <a:pt x="315" y="11"/>
                  <a:pt x="314" y="10"/>
                  <a:pt x="314" y="10"/>
                </a:cubicBezTo>
                <a:lnTo>
                  <a:pt x="308" y="15"/>
                </a:lnTo>
                <a:cubicBezTo>
                  <a:pt x="307" y="16"/>
                  <a:pt x="306" y="16"/>
                  <a:pt x="306" y="17"/>
                </a:cubicBezTo>
                <a:cubicBezTo>
                  <a:pt x="305" y="17"/>
                  <a:pt x="305" y="17"/>
                  <a:pt x="305" y="18"/>
                </a:cubicBezTo>
                <a:cubicBezTo>
                  <a:pt x="305" y="18"/>
                  <a:pt x="305" y="18"/>
                  <a:pt x="306" y="19"/>
                </a:cubicBezTo>
                <a:lnTo>
                  <a:pt x="305" y="19"/>
                </a:lnTo>
                <a:lnTo>
                  <a:pt x="302" y="15"/>
                </a:lnTo>
                <a:lnTo>
                  <a:pt x="303" y="15"/>
                </a:lnTo>
                <a:cubicBezTo>
                  <a:pt x="303" y="15"/>
                  <a:pt x="304" y="15"/>
                  <a:pt x="304" y="15"/>
                </a:cubicBezTo>
                <a:cubicBezTo>
                  <a:pt x="305" y="15"/>
                  <a:pt x="305" y="14"/>
                  <a:pt x="307" y="13"/>
                </a:cubicBezTo>
                <a:lnTo>
                  <a:pt x="313" y="9"/>
                </a:lnTo>
                <a:cubicBezTo>
                  <a:pt x="314" y="9"/>
                  <a:pt x="315" y="9"/>
                  <a:pt x="316" y="9"/>
                </a:cubicBezTo>
                <a:cubicBezTo>
                  <a:pt x="316" y="10"/>
                  <a:pt x="317" y="10"/>
                  <a:pt x="318" y="11"/>
                </a:cubicBezTo>
                <a:cubicBezTo>
                  <a:pt x="319" y="13"/>
                  <a:pt x="319" y="15"/>
                  <a:pt x="317" y="18"/>
                </a:cubicBezTo>
                <a:cubicBezTo>
                  <a:pt x="316" y="21"/>
                  <a:pt x="314" y="23"/>
                  <a:pt x="311" y="25"/>
                </a:cubicBezTo>
                <a:cubicBezTo>
                  <a:pt x="309" y="26"/>
                  <a:pt x="307" y="27"/>
                  <a:pt x="305" y="28"/>
                </a:cubicBezTo>
                <a:cubicBezTo>
                  <a:pt x="303" y="29"/>
                  <a:pt x="301" y="29"/>
                  <a:pt x="299" y="29"/>
                </a:cubicBezTo>
                <a:cubicBezTo>
                  <a:pt x="298" y="29"/>
                  <a:pt x="296" y="29"/>
                  <a:pt x="296" y="28"/>
                </a:cubicBezTo>
                <a:cubicBezTo>
                  <a:pt x="295" y="27"/>
                  <a:pt x="295" y="27"/>
                  <a:pt x="295" y="26"/>
                </a:cubicBezTo>
                <a:cubicBezTo>
                  <a:pt x="295" y="26"/>
                  <a:pt x="295" y="25"/>
                  <a:pt x="295" y="24"/>
                </a:cubicBezTo>
                <a:cubicBezTo>
                  <a:pt x="295" y="24"/>
                  <a:pt x="295" y="24"/>
                  <a:pt x="295" y="24"/>
                </a:cubicBezTo>
                <a:cubicBezTo>
                  <a:pt x="295" y="23"/>
                  <a:pt x="295" y="23"/>
                  <a:pt x="294" y="24"/>
                </a:cubicBezTo>
                <a:cubicBezTo>
                  <a:pt x="294" y="24"/>
                  <a:pt x="294" y="24"/>
                  <a:pt x="293" y="24"/>
                </a:cubicBezTo>
                <a:close/>
              </a:path>
              <a:path w="336" h="189">
                <a:moveTo>
                  <a:pt x="293" y="145"/>
                </a:moveTo>
                <a:lnTo>
                  <a:pt x="292" y="145"/>
                </a:lnTo>
                <a:lnTo>
                  <a:pt x="293" y="144"/>
                </a:lnTo>
                <a:cubicBezTo>
                  <a:pt x="293" y="144"/>
                  <a:pt x="293" y="144"/>
                  <a:pt x="293" y="143"/>
                </a:cubicBezTo>
                <a:cubicBezTo>
                  <a:pt x="293" y="143"/>
                  <a:pt x="292" y="142"/>
                  <a:pt x="292" y="141"/>
                </a:cubicBezTo>
                <a:lnTo>
                  <a:pt x="282" y="128"/>
                </a:lnTo>
                <a:cubicBezTo>
                  <a:pt x="281" y="126"/>
                  <a:pt x="280" y="126"/>
                  <a:pt x="280" y="126"/>
                </a:cubicBezTo>
                <a:cubicBezTo>
                  <a:pt x="279" y="125"/>
                  <a:pt x="279" y="125"/>
                  <a:pt x="278" y="126"/>
                </a:cubicBezTo>
                <a:lnTo>
                  <a:pt x="277" y="125"/>
                </a:lnTo>
                <a:lnTo>
                  <a:pt x="282" y="122"/>
                </a:lnTo>
                <a:cubicBezTo>
                  <a:pt x="283" y="121"/>
                  <a:pt x="284" y="120"/>
                  <a:pt x="286" y="121"/>
                </a:cubicBezTo>
                <a:cubicBezTo>
                  <a:pt x="287" y="121"/>
                  <a:pt x="288" y="121"/>
                  <a:pt x="290" y="123"/>
                </a:cubicBezTo>
                <a:cubicBezTo>
                  <a:pt x="292" y="124"/>
                  <a:pt x="293" y="125"/>
                  <a:pt x="295" y="128"/>
                </a:cubicBezTo>
                <a:cubicBezTo>
                  <a:pt x="297" y="130"/>
                  <a:pt x="299" y="133"/>
                  <a:pt x="299" y="135"/>
                </a:cubicBezTo>
                <a:cubicBezTo>
                  <a:pt x="300" y="138"/>
                  <a:pt x="299" y="140"/>
                  <a:pt x="297" y="142"/>
                </a:cubicBezTo>
                <a:lnTo>
                  <a:pt x="293" y="145"/>
                </a:lnTo>
                <a:close/>
                <a:moveTo>
                  <a:pt x="295" y="142"/>
                </a:moveTo>
                <a:cubicBezTo>
                  <a:pt x="295" y="141"/>
                  <a:pt x="296" y="141"/>
                  <a:pt x="296" y="141"/>
                </a:cubicBezTo>
                <a:cubicBezTo>
                  <a:pt x="298" y="140"/>
                  <a:pt x="298" y="139"/>
                  <a:pt x="297" y="136"/>
                </a:cubicBezTo>
                <a:cubicBezTo>
                  <a:pt x="297" y="134"/>
                  <a:pt x="296" y="132"/>
                  <a:pt x="293" y="129"/>
                </a:cubicBezTo>
                <a:cubicBezTo>
                  <a:pt x="291" y="126"/>
                  <a:pt x="289" y="124"/>
                  <a:pt x="287" y="123"/>
                </a:cubicBezTo>
                <a:cubicBezTo>
                  <a:pt x="285" y="122"/>
                  <a:pt x="284" y="122"/>
                  <a:pt x="283" y="123"/>
                </a:cubicBezTo>
                <a:cubicBezTo>
                  <a:pt x="282" y="123"/>
                  <a:pt x="282" y="124"/>
                  <a:pt x="281" y="125"/>
                </a:cubicBezTo>
                <a:lnTo>
                  <a:pt x="295" y="142"/>
                </a:lnTo>
                <a:close/>
              </a:path>
              <a:path w="336" h="189">
                <a:moveTo>
                  <a:pt x="266" y="134"/>
                </a:moveTo>
                <a:lnTo>
                  <a:pt x="268" y="132"/>
                </a:lnTo>
                <a:lnTo>
                  <a:pt x="286" y="143"/>
                </a:lnTo>
                <a:lnTo>
                  <a:pt x="277" y="131"/>
                </a:lnTo>
                <a:cubicBezTo>
                  <a:pt x="276" y="130"/>
                  <a:pt x="276" y="129"/>
                  <a:pt x="275" y="129"/>
                </a:cubicBezTo>
                <a:cubicBezTo>
                  <a:pt x="275" y="129"/>
                  <a:pt x="274" y="129"/>
                  <a:pt x="274" y="129"/>
                </a:cubicBezTo>
                <a:lnTo>
                  <a:pt x="273" y="129"/>
                </a:lnTo>
                <a:lnTo>
                  <a:pt x="277" y="126"/>
                </a:lnTo>
                <a:lnTo>
                  <a:pt x="277" y="127"/>
                </a:lnTo>
                <a:cubicBezTo>
                  <a:pt x="276" y="127"/>
                  <a:pt x="276" y="128"/>
                  <a:pt x="276" y="128"/>
                </a:cubicBezTo>
                <a:cubicBezTo>
                  <a:pt x="277" y="129"/>
                  <a:pt x="277" y="129"/>
                  <a:pt x="278" y="130"/>
                </a:cubicBezTo>
                <a:lnTo>
                  <a:pt x="291" y="147"/>
                </a:lnTo>
                <a:lnTo>
                  <a:pt x="290" y="148"/>
                </a:lnTo>
                <a:lnTo>
                  <a:pt x="272" y="136"/>
                </a:lnTo>
                <a:lnTo>
                  <a:pt x="281" y="149"/>
                </a:lnTo>
                <a:cubicBezTo>
                  <a:pt x="282" y="150"/>
                  <a:pt x="283" y="151"/>
                  <a:pt x="283" y="151"/>
                </a:cubicBezTo>
                <a:cubicBezTo>
                  <a:pt x="284" y="151"/>
                  <a:pt x="284" y="151"/>
                  <a:pt x="284" y="151"/>
                </a:cubicBezTo>
                <a:lnTo>
                  <a:pt x="285" y="151"/>
                </a:lnTo>
                <a:lnTo>
                  <a:pt x="282" y="154"/>
                </a:lnTo>
                <a:lnTo>
                  <a:pt x="281" y="153"/>
                </a:lnTo>
                <a:lnTo>
                  <a:pt x="282" y="153"/>
                </a:lnTo>
                <a:cubicBezTo>
                  <a:pt x="282" y="153"/>
                  <a:pt x="282" y="152"/>
                  <a:pt x="282" y="152"/>
                </a:cubicBezTo>
                <a:cubicBezTo>
                  <a:pt x="282" y="151"/>
                  <a:pt x="281" y="150"/>
                  <a:pt x="280" y="149"/>
                </a:cubicBezTo>
                <a:lnTo>
                  <a:pt x="270" y="135"/>
                </a:lnTo>
                <a:cubicBezTo>
                  <a:pt x="269" y="135"/>
                  <a:pt x="268" y="135"/>
                  <a:pt x="268" y="134"/>
                </a:cubicBezTo>
                <a:cubicBezTo>
                  <a:pt x="268" y="134"/>
                  <a:pt x="267" y="134"/>
                  <a:pt x="267" y="134"/>
                </a:cubicBezTo>
                <a:cubicBezTo>
                  <a:pt x="267" y="134"/>
                  <a:pt x="267" y="135"/>
                  <a:pt x="266" y="135"/>
                </a:cubicBezTo>
                <a:lnTo>
                  <a:pt x="266" y="134"/>
                </a:lnTo>
                <a:close/>
              </a:path>
              <a:path w="336" h="189">
                <a:moveTo>
                  <a:pt x="272" y="151"/>
                </a:moveTo>
                <a:lnTo>
                  <a:pt x="268" y="154"/>
                </a:lnTo>
                <a:lnTo>
                  <a:pt x="270" y="157"/>
                </a:lnTo>
                <a:cubicBezTo>
                  <a:pt x="270" y="158"/>
                  <a:pt x="270" y="159"/>
                  <a:pt x="271" y="159"/>
                </a:cubicBezTo>
                <a:cubicBezTo>
                  <a:pt x="271" y="160"/>
                  <a:pt x="271" y="160"/>
                  <a:pt x="272" y="160"/>
                </a:cubicBezTo>
                <a:cubicBezTo>
                  <a:pt x="272" y="160"/>
                  <a:pt x="272" y="160"/>
                  <a:pt x="273" y="160"/>
                </a:cubicBezTo>
                <a:lnTo>
                  <a:pt x="270" y="163"/>
                </a:lnTo>
                <a:lnTo>
                  <a:pt x="270" y="162"/>
                </a:lnTo>
                <a:cubicBezTo>
                  <a:pt x="270" y="162"/>
                  <a:pt x="270" y="161"/>
                  <a:pt x="270" y="161"/>
                </a:cubicBezTo>
                <a:cubicBezTo>
                  <a:pt x="270" y="160"/>
                  <a:pt x="270" y="159"/>
                  <a:pt x="269" y="157"/>
                </a:cubicBezTo>
                <a:lnTo>
                  <a:pt x="260" y="138"/>
                </a:lnTo>
                <a:lnTo>
                  <a:pt x="276" y="152"/>
                </a:lnTo>
                <a:cubicBezTo>
                  <a:pt x="277" y="153"/>
                  <a:pt x="278" y="154"/>
                  <a:pt x="279" y="154"/>
                </a:cubicBezTo>
                <a:cubicBezTo>
                  <a:pt x="279" y="154"/>
                  <a:pt x="280" y="154"/>
                  <a:pt x="280" y="154"/>
                </a:cubicBezTo>
                <a:lnTo>
                  <a:pt x="281" y="155"/>
                </a:lnTo>
                <a:lnTo>
                  <a:pt x="277" y="158"/>
                </a:lnTo>
                <a:lnTo>
                  <a:pt x="276" y="157"/>
                </a:lnTo>
                <a:cubicBezTo>
                  <a:pt x="277" y="157"/>
                  <a:pt x="277" y="156"/>
                  <a:pt x="277" y="156"/>
                </a:cubicBezTo>
                <a:cubicBezTo>
                  <a:pt x="277" y="156"/>
                  <a:pt x="277" y="155"/>
                  <a:pt x="276" y="155"/>
                </a:cubicBezTo>
                <a:cubicBezTo>
                  <a:pt x="276" y="155"/>
                  <a:pt x="276" y="154"/>
                  <a:pt x="275" y="153"/>
                </a:cubicBezTo>
                <a:lnTo>
                  <a:pt x="272" y="151"/>
                </a:lnTo>
                <a:close/>
                <a:moveTo>
                  <a:pt x="271" y="150"/>
                </a:moveTo>
                <a:lnTo>
                  <a:pt x="263" y="143"/>
                </a:lnTo>
                <a:lnTo>
                  <a:pt x="267" y="152"/>
                </a:lnTo>
                <a:lnTo>
                  <a:pt x="271" y="150"/>
                </a:lnTo>
                <a:close/>
              </a:path>
              <a:path w="336" h="189">
                <a:moveTo>
                  <a:pt x="319" y="86"/>
                </a:moveTo>
                <a:lnTo>
                  <a:pt x="320" y="81"/>
                </a:lnTo>
                <a:lnTo>
                  <a:pt x="313" y="79"/>
                </a:lnTo>
                <a:cubicBezTo>
                  <a:pt x="311" y="79"/>
                  <a:pt x="311" y="79"/>
                  <a:pt x="310" y="79"/>
                </a:cubicBezTo>
                <a:cubicBezTo>
                  <a:pt x="310" y="79"/>
                  <a:pt x="310" y="79"/>
                  <a:pt x="309" y="79"/>
                </a:cubicBezTo>
                <a:cubicBezTo>
                  <a:pt x="309" y="79"/>
                  <a:pt x="309" y="80"/>
                  <a:pt x="309" y="80"/>
                </a:cubicBezTo>
                <a:lnTo>
                  <a:pt x="308" y="80"/>
                </a:lnTo>
                <a:lnTo>
                  <a:pt x="309" y="75"/>
                </a:lnTo>
                <a:lnTo>
                  <a:pt x="310" y="75"/>
                </a:lnTo>
                <a:cubicBezTo>
                  <a:pt x="309" y="76"/>
                  <a:pt x="310" y="76"/>
                  <a:pt x="310" y="76"/>
                </a:cubicBezTo>
                <a:cubicBezTo>
                  <a:pt x="310" y="77"/>
                  <a:pt x="310" y="77"/>
                  <a:pt x="311" y="77"/>
                </a:cubicBezTo>
                <a:cubicBezTo>
                  <a:pt x="311" y="77"/>
                  <a:pt x="312" y="77"/>
                  <a:pt x="313" y="77"/>
                </a:cubicBezTo>
                <a:lnTo>
                  <a:pt x="330" y="80"/>
                </a:lnTo>
                <a:cubicBezTo>
                  <a:pt x="331" y="81"/>
                  <a:pt x="332" y="81"/>
                  <a:pt x="332" y="81"/>
                </a:cubicBezTo>
                <a:cubicBezTo>
                  <a:pt x="333" y="81"/>
                  <a:pt x="333" y="81"/>
                  <a:pt x="333" y="81"/>
                </a:cubicBezTo>
                <a:cubicBezTo>
                  <a:pt x="334" y="80"/>
                  <a:pt x="334" y="80"/>
                  <a:pt x="334" y="80"/>
                </a:cubicBezTo>
                <a:lnTo>
                  <a:pt x="334" y="79"/>
                </a:lnTo>
                <a:lnTo>
                  <a:pt x="335" y="80"/>
                </a:lnTo>
                <a:lnTo>
                  <a:pt x="334" y="85"/>
                </a:lnTo>
                <a:lnTo>
                  <a:pt x="333" y="85"/>
                </a:lnTo>
                <a:lnTo>
                  <a:pt x="333" y="84"/>
                </a:lnTo>
                <a:cubicBezTo>
                  <a:pt x="333" y="84"/>
                  <a:pt x="333" y="83"/>
                  <a:pt x="332" y="83"/>
                </a:cubicBezTo>
                <a:cubicBezTo>
                  <a:pt x="332" y="83"/>
                  <a:pt x="331" y="83"/>
                  <a:pt x="329" y="82"/>
                </a:cubicBezTo>
                <a:lnTo>
                  <a:pt x="322" y="81"/>
                </a:lnTo>
                <a:lnTo>
                  <a:pt x="320" y="87"/>
                </a:lnTo>
                <a:lnTo>
                  <a:pt x="328" y="88"/>
                </a:lnTo>
                <a:cubicBezTo>
                  <a:pt x="330" y="88"/>
                  <a:pt x="331" y="88"/>
                  <a:pt x="331" y="88"/>
                </a:cubicBezTo>
                <a:cubicBezTo>
                  <a:pt x="331" y="88"/>
                  <a:pt x="332" y="88"/>
                  <a:pt x="332" y="88"/>
                </a:cubicBezTo>
                <a:cubicBezTo>
                  <a:pt x="332" y="88"/>
                  <a:pt x="332" y="88"/>
                  <a:pt x="333" y="87"/>
                </a:cubicBezTo>
                <a:lnTo>
                  <a:pt x="332" y="92"/>
                </a:lnTo>
                <a:cubicBezTo>
                  <a:pt x="332" y="91"/>
                  <a:pt x="331" y="91"/>
                  <a:pt x="331" y="90"/>
                </a:cubicBezTo>
                <a:cubicBezTo>
                  <a:pt x="331" y="90"/>
                  <a:pt x="330" y="90"/>
                  <a:pt x="328" y="90"/>
                </a:cubicBezTo>
                <a:lnTo>
                  <a:pt x="311" y="87"/>
                </a:lnTo>
                <a:cubicBezTo>
                  <a:pt x="310" y="86"/>
                  <a:pt x="309" y="86"/>
                  <a:pt x="309" y="86"/>
                </a:cubicBezTo>
                <a:cubicBezTo>
                  <a:pt x="308" y="86"/>
                  <a:pt x="308" y="86"/>
                  <a:pt x="308" y="87"/>
                </a:cubicBezTo>
                <a:cubicBezTo>
                  <a:pt x="307" y="87"/>
                  <a:pt x="307" y="87"/>
                  <a:pt x="307" y="87"/>
                </a:cubicBezTo>
                <a:lnTo>
                  <a:pt x="307" y="88"/>
                </a:lnTo>
                <a:lnTo>
                  <a:pt x="306" y="88"/>
                </a:lnTo>
                <a:lnTo>
                  <a:pt x="307" y="82"/>
                </a:lnTo>
                <a:lnTo>
                  <a:pt x="308" y="82"/>
                </a:lnTo>
                <a:lnTo>
                  <a:pt x="308" y="83"/>
                </a:lnTo>
                <a:cubicBezTo>
                  <a:pt x="308" y="83"/>
                  <a:pt x="308" y="84"/>
                  <a:pt x="308" y="84"/>
                </a:cubicBezTo>
                <a:cubicBezTo>
                  <a:pt x="309" y="84"/>
                  <a:pt x="309" y="84"/>
                  <a:pt x="309" y="84"/>
                </a:cubicBezTo>
                <a:cubicBezTo>
                  <a:pt x="310" y="85"/>
                  <a:pt x="310" y="85"/>
                  <a:pt x="312" y="85"/>
                </a:cubicBezTo>
                <a:lnTo>
                  <a:pt x="319" y="86"/>
                </a:lnTo>
                <a:close/>
              </a:path>
              <a:path w="336" h="189">
                <a:moveTo>
                  <a:pt x="305" y="89"/>
                </a:moveTo>
                <a:lnTo>
                  <a:pt x="314" y="91"/>
                </a:lnTo>
                <a:cubicBezTo>
                  <a:pt x="311" y="91"/>
                  <a:pt x="309" y="91"/>
                  <a:pt x="308" y="92"/>
                </a:cubicBezTo>
                <a:cubicBezTo>
                  <a:pt x="307" y="92"/>
                  <a:pt x="306" y="93"/>
                  <a:pt x="306" y="94"/>
                </a:cubicBezTo>
                <a:cubicBezTo>
                  <a:pt x="305" y="95"/>
                  <a:pt x="306" y="95"/>
                  <a:pt x="306" y="96"/>
                </a:cubicBezTo>
                <a:cubicBezTo>
                  <a:pt x="307" y="97"/>
                  <a:pt x="308" y="98"/>
                  <a:pt x="310" y="99"/>
                </a:cubicBezTo>
                <a:cubicBezTo>
                  <a:pt x="312" y="99"/>
                  <a:pt x="314" y="100"/>
                  <a:pt x="317" y="101"/>
                </a:cubicBezTo>
                <a:cubicBezTo>
                  <a:pt x="320" y="101"/>
                  <a:pt x="322" y="101"/>
                  <a:pt x="323" y="101"/>
                </a:cubicBezTo>
                <a:cubicBezTo>
                  <a:pt x="325" y="101"/>
                  <a:pt x="327" y="101"/>
                  <a:pt x="328" y="100"/>
                </a:cubicBezTo>
                <a:cubicBezTo>
                  <a:pt x="329" y="100"/>
                  <a:pt x="329" y="99"/>
                  <a:pt x="330" y="98"/>
                </a:cubicBezTo>
                <a:cubicBezTo>
                  <a:pt x="330" y="97"/>
                  <a:pt x="330" y="97"/>
                  <a:pt x="329" y="96"/>
                </a:cubicBezTo>
                <a:cubicBezTo>
                  <a:pt x="328" y="95"/>
                  <a:pt x="327" y="94"/>
                  <a:pt x="325" y="93"/>
                </a:cubicBezTo>
                <a:lnTo>
                  <a:pt x="326" y="93"/>
                </a:lnTo>
                <a:cubicBezTo>
                  <a:pt x="328" y="94"/>
                  <a:pt x="329" y="95"/>
                  <a:pt x="330" y="96"/>
                </a:cubicBezTo>
                <a:cubicBezTo>
                  <a:pt x="331" y="97"/>
                  <a:pt x="331" y="98"/>
                  <a:pt x="331" y="99"/>
                </a:cubicBezTo>
                <a:cubicBezTo>
                  <a:pt x="331" y="101"/>
                  <a:pt x="329" y="102"/>
                  <a:pt x="325" y="103"/>
                </a:cubicBezTo>
                <a:cubicBezTo>
                  <a:pt x="323" y="103"/>
                  <a:pt x="320" y="103"/>
                  <a:pt x="317" y="103"/>
                </a:cubicBezTo>
                <a:cubicBezTo>
                  <a:pt x="314" y="102"/>
                  <a:pt x="312" y="101"/>
                  <a:pt x="310" y="100"/>
                </a:cubicBezTo>
                <a:cubicBezTo>
                  <a:pt x="308" y="99"/>
                  <a:pt x="306" y="98"/>
                  <a:pt x="305" y="97"/>
                </a:cubicBezTo>
                <a:cubicBezTo>
                  <a:pt x="304" y="96"/>
                  <a:pt x="304" y="95"/>
                  <a:pt x="304" y="94"/>
                </a:cubicBezTo>
                <a:cubicBezTo>
                  <a:pt x="304" y="93"/>
                  <a:pt x="305" y="92"/>
                  <a:pt x="306" y="91"/>
                </a:cubicBezTo>
                <a:cubicBezTo>
                  <a:pt x="306" y="91"/>
                  <a:pt x="307" y="91"/>
                  <a:pt x="307" y="91"/>
                </a:cubicBezTo>
                <a:cubicBezTo>
                  <a:pt x="307" y="91"/>
                  <a:pt x="307" y="90"/>
                  <a:pt x="306" y="90"/>
                </a:cubicBezTo>
                <a:cubicBezTo>
                  <a:pt x="306" y="90"/>
                  <a:pt x="306" y="90"/>
                  <a:pt x="305" y="90"/>
                </a:cubicBezTo>
                <a:lnTo>
                  <a:pt x="305" y="89"/>
                </a:lnTo>
                <a:close/>
              </a:path>
              <a:path w="336" h="189">
                <a:moveTo>
                  <a:pt x="300" y="104"/>
                </a:moveTo>
                <a:lnTo>
                  <a:pt x="309" y="109"/>
                </a:lnTo>
                <a:lnTo>
                  <a:pt x="311" y="106"/>
                </a:lnTo>
                <a:cubicBezTo>
                  <a:pt x="311" y="105"/>
                  <a:pt x="311" y="105"/>
                  <a:pt x="311" y="104"/>
                </a:cubicBezTo>
                <a:cubicBezTo>
                  <a:pt x="310" y="104"/>
                  <a:pt x="309" y="103"/>
                  <a:pt x="308" y="102"/>
                </a:cubicBezTo>
                <a:lnTo>
                  <a:pt x="317" y="106"/>
                </a:lnTo>
                <a:lnTo>
                  <a:pt x="316" y="106"/>
                </a:lnTo>
                <a:cubicBezTo>
                  <a:pt x="315" y="106"/>
                  <a:pt x="314" y="106"/>
                  <a:pt x="314" y="106"/>
                </a:cubicBezTo>
                <a:cubicBezTo>
                  <a:pt x="314" y="106"/>
                  <a:pt x="313" y="106"/>
                  <a:pt x="313" y="106"/>
                </a:cubicBezTo>
                <a:cubicBezTo>
                  <a:pt x="312" y="106"/>
                  <a:pt x="312" y="106"/>
                  <a:pt x="312" y="107"/>
                </a:cubicBezTo>
                <a:lnTo>
                  <a:pt x="311" y="109"/>
                </a:lnTo>
                <a:lnTo>
                  <a:pt x="319" y="113"/>
                </a:lnTo>
                <a:cubicBezTo>
                  <a:pt x="320" y="113"/>
                  <a:pt x="320" y="114"/>
                  <a:pt x="321" y="114"/>
                </a:cubicBezTo>
                <a:cubicBezTo>
                  <a:pt x="321" y="114"/>
                  <a:pt x="321" y="114"/>
                  <a:pt x="321" y="114"/>
                </a:cubicBezTo>
                <a:cubicBezTo>
                  <a:pt x="321" y="114"/>
                  <a:pt x="322" y="114"/>
                  <a:pt x="322" y="113"/>
                </a:cubicBezTo>
                <a:lnTo>
                  <a:pt x="323" y="111"/>
                </a:lnTo>
                <a:cubicBezTo>
                  <a:pt x="323" y="111"/>
                  <a:pt x="323" y="110"/>
                  <a:pt x="323" y="110"/>
                </a:cubicBezTo>
                <a:cubicBezTo>
                  <a:pt x="323" y="109"/>
                  <a:pt x="323" y="109"/>
                  <a:pt x="322" y="108"/>
                </a:cubicBezTo>
                <a:cubicBezTo>
                  <a:pt x="322" y="108"/>
                  <a:pt x="321" y="107"/>
                  <a:pt x="320" y="106"/>
                </a:cubicBezTo>
                <a:lnTo>
                  <a:pt x="320" y="105"/>
                </a:lnTo>
                <a:lnTo>
                  <a:pt x="325" y="109"/>
                </a:lnTo>
                <a:lnTo>
                  <a:pt x="321" y="118"/>
                </a:lnTo>
                <a:lnTo>
                  <a:pt x="320" y="118"/>
                </a:lnTo>
                <a:lnTo>
                  <a:pt x="321" y="118"/>
                </a:lnTo>
                <a:cubicBezTo>
                  <a:pt x="321" y="117"/>
                  <a:pt x="321" y="117"/>
                  <a:pt x="320" y="117"/>
                </a:cubicBezTo>
                <a:cubicBezTo>
                  <a:pt x="320" y="116"/>
                  <a:pt x="320" y="116"/>
                  <a:pt x="320" y="116"/>
                </a:cubicBezTo>
                <a:cubicBezTo>
                  <a:pt x="319" y="115"/>
                  <a:pt x="319" y="115"/>
                  <a:pt x="318" y="115"/>
                </a:cubicBezTo>
                <a:lnTo>
                  <a:pt x="302" y="107"/>
                </a:lnTo>
                <a:cubicBezTo>
                  <a:pt x="301" y="106"/>
                  <a:pt x="300" y="106"/>
                  <a:pt x="299" y="106"/>
                </a:cubicBezTo>
                <a:cubicBezTo>
                  <a:pt x="299" y="106"/>
                  <a:pt x="298" y="106"/>
                  <a:pt x="298" y="107"/>
                </a:cubicBezTo>
                <a:lnTo>
                  <a:pt x="297" y="107"/>
                </a:lnTo>
                <a:lnTo>
                  <a:pt x="301" y="98"/>
                </a:lnTo>
                <a:lnTo>
                  <a:pt x="307" y="100"/>
                </a:lnTo>
                <a:cubicBezTo>
                  <a:pt x="305" y="100"/>
                  <a:pt x="304" y="100"/>
                  <a:pt x="304" y="100"/>
                </a:cubicBezTo>
                <a:cubicBezTo>
                  <a:pt x="303" y="99"/>
                  <a:pt x="303" y="100"/>
                  <a:pt x="302" y="100"/>
                </a:cubicBezTo>
                <a:cubicBezTo>
                  <a:pt x="302" y="100"/>
                  <a:pt x="302" y="100"/>
                  <a:pt x="302" y="101"/>
                </a:cubicBezTo>
                <a:lnTo>
                  <a:pt x="300" y="104"/>
                </a:lnTo>
                <a:close/>
              </a:path>
              <a:path w="336" h="189">
                <a:moveTo>
                  <a:pt x="298" y="108"/>
                </a:moveTo>
                <a:lnTo>
                  <a:pt x="303" y="111"/>
                </a:lnTo>
                <a:cubicBezTo>
                  <a:pt x="302" y="111"/>
                  <a:pt x="301" y="110"/>
                  <a:pt x="301" y="110"/>
                </a:cubicBezTo>
                <a:cubicBezTo>
                  <a:pt x="300" y="110"/>
                  <a:pt x="299" y="110"/>
                  <a:pt x="299" y="110"/>
                </a:cubicBezTo>
                <a:cubicBezTo>
                  <a:pt x="299" y="110"/>
                  <a:pt x="298" y="111"/>
                  <a:pt x="298" y="111"/>
                </a:cubicBezTo>
                <a:lnTo>
                  <a:pt x="297" y="113"/>
                </a:lnTo>
                <a:lnTo>
                  <a:pt x="315" y="122"/>
                </a:lnTo>
                <a:cubicBezTo>
                  <a:pt x="316" y="123"/>
                  <a:pt x="317" y="123"/>
                  <a:pt x="318" y="123"/>
                </a:cubicBezTo>
                <a:cubicBezTo>
                  <a:pt x="318" y="123"/>
                  <a:pt x="319" y="123"/>
                  <a:pt x="319" y="123"/>
                </a:cubicBezTo>
                <a:lnTo>
                  <a:pt x="319" y="122"/>
                </a:lnTo>
                <a:lnTo>
                  <a:pt x="320" y="123"/>
                </a:lnTo>
                <a:lnTo>
                  <a:pt x="317" y="128"/>
                </a:lnTo>
                <a:lnTo>
                  <a:pt x="317" y="127"/>
                </a:lnTo>
                <a:cubicBezTo>
                  <a:pt x="317" y="126"/>
                  <a:pt x="317" y="126"/>
                  <a:pt x="317" y="125"/>
                </a:cubicBezTo>
                <a:cubicBezTo>
                  <a:pt x="316" y="125"/>
                  <a:pt x="315" y="124"/>
                  <a:pt x="314" y="124"/>
                </a:cubicBezTo>
                <a:lnTo>
                  <a:pt x="296" y="114"/>
                </a:lnTo>
                <a:lnTo>
                  <a:pt x="296" y="116"/>
                </a:lnTo>
                <a:cubicBezTo>
                  <a:pt x="295" y="116"/>
                  <a:pt x="295" y="117"/>
                  <a:pt x="295" y="117"/>
                </a:cubicBezTo>
                <a:cubicBezTo>
                  <a:pt x="295" y="117"/>
                  <a:pt x="296" y="118"/>
                  <a:pt x="296" y="118"/>
                </a:cubicBezTo>
                <a:cubicBezTo>
                  <a:pt x="297" y="119"/>
                  <a:pt x="297" y="120"/>
                  <a:pt x="298" y="120"/>
                </a:cubicBezTo>
                <a:lnTo>
                  <a:pt x="293" y="117"/>
                </a:lnTo>
                <a:lnTo>
                  <a:pt x="298" y="108"/>
                </a:lnTo>
                <a:close/>
              </a:path>
              <a:path w="336" h="189">
                <a:moveTo>
                  <a:pt x="307" y="54"/>
                </a:moveTo>
                <a:cubicBezTo>
                  <a:pt x="307" y="53"/>
                  <a:pt x="308" y="51"/>
                  <a:pt x="310" y="50"/>
                </a:cubicBezTo>
                <a:cubicBezTo>
                  <a:pt x="313" y="49"/>
                  <a:pt x="316" y="48"/>
                  <a:pt x="320" y="48"/>
                </a:cubicBezTo>
                <a:cubicBezTo>
                  <a:pt x="324" y="48"/>
                  <a:pt x="327" y="48"/>
                  <a:pt x="330" y="50"/>
                </a:cubicBezTo>
                <a:cubicBezTo>
                  <a:pt x="333" y="51"/>
                  <a:pt x="334" y="52"/>
                  <a:pt x="334" y="54"/>
                </a:cubicBezTo>
                <a:cubicBezTo>
                  <a:pt x="334" y="56"/>
                  <a:pt x="333" y="57"/>
                  <a:pt x="330" y="59"/>
                </a:cubicBezTo>
                <a:cubicBezTo>
                  <a:pt x="328" y="60"/>
                  <a:pt x="325" y="61"/>
                  <a:pt x="320" y="61"/>
                </a:cubicBezTo>
                <a:cubicBezTo>
                  <a:pt x="316" y="61"/>
                  <a:pt x="313" y="60"/>
                  <a:pt x="310" y="59"/>
                </a:cubicBezTo>
                <a:cubicBezTo>
                  <a:pt x="308" y="57"/>
                  <a:pt x="307" y="56"/>
                  <a:pt x="307" y="54"/>
                </a:cubicBezTo>
                <a:close/>
                <a:moveTo>
                  <a:pt x="308" y="55"/>
                </a:moveTo>
                <a:cubicBezTo>
                  <a:pt x="308" y="56"/>
                  <a:pt x="309" y="57"/>
                  <a:pt x="311" y="57"/>
                </a:cubicBezTo>
                <a:cubicBezTo>
                  <a:pt x="313" y="58"/>
                  <a:pt x="316" y="58"/>
                  <a:pt x="320" y="58"/>
                </a:cubicBezTo>
                <a:cubicBezTo>
                  <a:pt x="325" y="58"/>
                  <a:pt x="328" y="58"/>
                  <a:pt x="330" y="57"/>
                </a:cubicBezTo>
                <a:cubicBezTo>
                  <a:pt x="332" y="56"/>
                  <a:pt x="333" y="55"/>
                  <a:pt x="333" y="54"/>
                </a:cubicBezTo>
                <a:cubicBezTo>
                  <a:pt x="333" y="53"/>
                  <a:pt x="332" y="52"/>
                  <a:pt x="330" y="51"/>
                </a:cubicBezTo>
                <a:cubicBezTo>
                  <a:pt x="328" y="50"/>
                  <a:pt x="325" y="50"/>
                  <a:pt x="321" y="50"/>
                </a:cubicBezTo>
                <a:cubicBezTo>
                  <a:pt x="316" y="50"/>
                  <a:pt x="313" y="51"/>
                  <a:pt x="311" y="52"/>
                </a:cubicBezTo>
                <a:cubicBezTo>
                  <a:pt x="309" y="52"/>
                  <a:pt x="308" y="53"/>
                  <a:pt x="308" y="55"/>
                </a:cubicBezTo>
                <a:close/>
              </a:path>
              <a:path w="336" h="189">
                <a:moveTo>
                  <a:pt x="310" y="75"/>
                </a:moveTo>
                <a:lnTo>
                  <a:pt x="310" y="71"/>
                </a:lnTo>
                <a:lnTo>
                  <a:pt x="329" y="63"/>
                </a:lnTo>
                <a:lnTo>
                  <a:pt x="314" y="63"/>
                </a:lnTo>
                <a:cubicBezTo>
                  <a:pt x="313" y="63"/>
                  <a:pt x="312" y="63"/>
                  <a:pt x="311" y="63"/>
                </a:cubicBezTo>
                <a:cubicBezTo>
                  <a:pt x="311" y="63"/>
                  <a:pt x="310" y="64"/>
                  <a:pt x="310" y="64"/>
                </a:cubicBezTo>
                <a:lnTo>
                  <a:pt x="310" y="65"/>
                </a:lnTo>
                <a:lnTo>
                  <a:pt x="310" y="60"/>
                </a:lnTo>
                <a:lnTo>
                  <a:pt x="310" y="61"/>
                </a:lnTo>
                <a:cubicBezTo>
                  <a:pt x="310" y="61"/>
                  <a:pt x="311" y="62"/>
                  <a:pt x="311" y="62"/>
                </a:cubicBezTo>
                <a:cubicBezTo>
                  <a:pt x="312" y="62"/>
                  <a:pt x="313" y="62"/>
                  <a:pt x="314" y="62"/>
                </a:cubicBezTo>
                <a:lnTo>
                  <a:pt x="336" y="62"/>
                </a:lnTo>
                <a:lnTo>
                  <a:pt x="315" y="71"/>
                </a:lnTo>
                <a:lnTo>
                  <a:pt x="332" y="71"/>
                </a:lnTo>
                <a:cubicBezTo>
                  <a:pt x="333" y="71"/>
                  <a:pt x="334" y="71"/>
                  <a:pt x="335" y="70"/>
                </a:cubicBezTo>
                <a:cubicBezTo>
                  <a:pt x="335" y="70"/>
                  <a:pt x="335" y="70"/>
                  <a:pt x="335" y="69"/>
                </a:cubicBezTo>
                <a:lnTo>
                  <a:pt x="336" y="69"/>
                </a:lnTo>
                <a:lnTo>
                  <a:pt x="336" y="73"/>
                </a:lnTo>
                <a:lnTo>
                  <a:pt x="335" y="73"/>
                </a:lnTo>
                <a:cubicBezTo>
                  <a:pt x="335" y="72"/>
                  <a:pt x="335" y="72"/>
                  <a:pt x="334" y="72"/>
                </a:cubicBezTo>
                <a:cubicBezTo>
                  <a:pt x="334" y="72"/>
                  <a:pt x="333" y="72"/>
                  <a:pt x="332" y="72"/>
                </a:cubicBezTo>
                <a:lnTo>
                  <a:pt x="313" y="72"/>
                </a:lnTo>
                <a:cubicBezTo>
                  <a:pt x="312" y="72"/>
                  <a:pt x="312" y="73"/>
                  <a:pt x="311" y="73"/>
                </a:cubicBezTo>
                <a:cubicBezTo>
                  <a:pt x="311" y="73"/>
                  <a:pt x="311" y="73"/>
                  <a:pt x="311" y="74"/>
                </a:cubicBezTo>
                <a:cubicBezTo>
                  <a:pt x="311" y="74"/>
                  <a:pt x="311" y="74"/>
                  <a:pt x="311" y="75"/>
                </a:cubicBezTo>
                <a:lnTo>
                  <a:pt x="310" y="75"/>
                </a:lnTo>
                <a:close/>
              </a:path>
              <a:path w="336" h="189">
                <a:moveTo>
                  <a:pt x="301" y="38"/>
                </a:moveTo>
                <a:cubicBezTo>
                  <a:pt x="300" y="36"/>
                  <a:pt x="301" y="34"/>
                  <a:pt x="303" y="32"/>
                </a:cubicBezTo>
                <a:cubicBezTo>
                  <a:pt x="305" y="30"/>
                  <a:pt x="307" y="28"/>
                  <a:pt x="311" y="27"/>
                </a:cubicBezTo>
                <a:cubicBezTo>
                  <a:pt x="315" y="25"/>
                  <a:pt x="318" y="25"/>
                  <a:pt x="321" y="25"/>
                </a:cubicBezTo>
                <a:cubicBezTo>
                  <a:pt x="324" y="25"/>
                  <a:pt x="326" y="26"/>
                  <a:pt x="326" y="27"/>
                </a:cubicBezTo>
                <a:cubicBezTo>
                  <a:pt x="327" y="29"/>
                  <a:pt x="326" y="31"/>
                  <a:pt x="325" y="33"/>
                </a:cubicBezTo>
                <a:cubicBezTo>
                  <a:pt x="323" y="35"/>
                  <a:pt x="320" y="37"/>
                  <a:pt x="316" y="39"/>
                </a:cubicBezTo>
                <a:cubicBezTo>
                  <a:pt x="312" y="40"/>
                  <a:pt x="309" y="41"/>
                  <a:pt x="306" y="41"/>
                </a:cubicBezTo>
                <a:cubicBezTo>
                  <a:pt x="303" y="40"/>
                  <a:pt x="302" y="39"/>
                  <a:pt x="301" y="38"/>
                </a:cubicBezTo>
                <a:close/>
                <a:moveTo>
                  <a:pt x="302" y="38"/>
                </a:moveTo>
                <a:cubicBezTo>
                  <a:pt x="303" y="39"/>
                  <a:pt x="304" y="39"/>
                  <a:pt x="306" y="39"/>
                </a:cubicBezTo>
                <a:cubicBezTo>
                  <a:pt x="308" y="39"/>
                  <a:pt x="311" y="38"/>
                  <a:pt x="315" y="37"/>
                </a:cubicBezTo>
                <a:cubicBezTo>
                  <a:pt x="319" y="35"/>
                  <a:pt x="322" y="33"/>
                  <a:pt x="324" y="31"/>
                </a:cubicBezTo>
                <a:cubicBezTo>
                  <a:pt x="325" y="30"/>
                  <a:pt x="326" y="29"/>
                  <a:pt x="325" y="28"/>
                </a:cubicBezTo>
                <a:cubicBezTo>
                  <a:pt x="325" y="27"/>
                  <a:pt x="323" y="26"/>
                  <a:pt x="321" y="26"/>
                </a:cubicBezTo>
                <a:cubicBezTo>
                  <a:pt x="319" y="26"/>
                  <a:pt x="316" y="27"/>
                  <a:pt x="312" y="29"/>
                </a:cubicBezTo>
                <a:cubicBezTo>
                  <a:pt x="308" y="30"/>
                  <a:pt x="305" y="32"/>
                  <a:pt x="304" y="34"/>
                </a:cubicBezTo>
                <a:cubicBezTo>
                  <a:pt x="302" y="35"/>
                  <a:pt x="302" y="36"/>
                  <a:pt x="302" y="38"/>
                </a:cubicBezTo>
                <a:close/>
              </a:path>
              <a:path w="336" h="189">
                <a:moveTo>
                  <a:pt x="323" y="35"/>
                </a:moveTo>
                <a:lnTo>
                  <a:pt x="324" y="35"/>
                </a:lnTo>
                <a:lnTo>
                  <a:pt x="331" y="35"/>
                </a:lnTo>
                <a:lnTo>
                  <a:pt x="332" y="45"/>
                </a:lnTo>
                <a:cubicBezTo>
                  <a:pt x="331" y="44"/>
                  <a:pt x="331" y="44"/>
                  <a:pt x="330" y="44"/>
                </a:cubicBezTo>
                <a:cubicBezTo>
                  <a:pt x="330" y="44"/>
                  <a:pt x="329" y="44"/>
                  <a:pt x="327" y="44"/>
                </a:cubicBezTo>
                <a:lnTo>
                  <a:pt x="311" y="47"/>
                </a:lnTo>
                <a:cubicBezTo>
                  <a:pt x="309" y="47"/>
                  <a:pt x="308" y="47"/>
                  <a:pt x="308" y="47"/>
                </a:cubicBezTo>
                <a:cubicBezTo>
                  <a:pt x="307" y="48"/>
                  <a:pt x="307" y="48"/>
                  <a:pt x="307" y="49"/>
                </a:cubicBezTo>
                <a:lnTo>
                  <a:pt x="306" y="49"/>
                </a:lnTo>
                <a:lnTo>
                  <a:pt x="305" y="43"/>
                </a:lnTo>
                <a:lnTo>
                  <a:pt x="306" y="43"/>
                </a:lnTo>
                <a:cubicBezTo>
                  <a:pt x="306" y="44"/>
                  <a:pt x="306" y="44"/>
                  <a:pt x="307" y="45"/>
                </a:cubicBezTo>
                <a:cubicBezTo>
                  <a:pt x="307" y="45"/>
                  <a:pt x="307" y="45"/>
                  <a:pt x="308" y="45"/>
                </a:cubicBezTo>
                <a:cubicBezTo>
                  <a:pt x="308" y="45"/>
                  <a:pt x="309" y="45"/>
                  <a:pt x="311" y="45"/>
                </a:cubicBezTo>
                <a:lnTo>
                  <a:pt x="327" y="42"/>
                </a:lnTo>
                <a:cubicBezTo>
                  <a:pt x="328" y="42"/>
                  <a:pt x="329" y="42"/>
                  <a:pt x="329" y="42"/>
                </a:cubicBezTo>
                <a:cubicBezTo>
                  <a:pt x="330" y="41"/>
                  <a:pt x="330" y="41"/>
                  <a:pt x="330" y="41"/>
                </a:cubicBezTo>
                <a:cubicBezTo>
                  <a:pt x="330" y="41"/>
                  <a:pt x="330" y="40"/>
                  <a:pt x="330" y="40"/>
                </a:cubicBezTo>
                <a:lnTo>
                  <a:pt x="330" y="39"/>
                </a:lnTo>
                <a:cubicBezTo>
                  <a:pt x="330" y="38"/>
                  <a:pt x="329" y="37"/>
                  <a:pt x="329" y="37"/>
                </a:cubicBezTo>
                <a:cubicBezTo>
                  <a:pt x="329" y="36"/>
                  <a:pt x="328" y="36"/>
                  <a:pt x="327" y="36"/>
                </a:cubicBezTo>
                <a:cubicBezTo>
                  <a:pt x="326" y="36"/>
                  <a:pt x="325" y="35"/>
                  <a:pt x="323" y="35"/>
                </a:cubicBezTo>
                <a:close/>
              </a:path>
              <a:path w="336" h="189">
                <a:moveTo>
                  <a:pt x="286" y="18"/>
                </a:moveTo>
                <a:lnTo>
                  <a:pt x="283" y="14"/>
                </a:lnTo>
                <a:lnTo>
                  <a:pt x="284" y="14"/>
                </a:lnTo>
                <a:cubicBezTo>
                  <a:pt x="284" y="14"/>
                  <a:pt x="284" y="14"/>
                  <a:pt x="285" y="14"/>
                </a:cubicBezTo>
                <a:cubicBezTo>
                  <a:pt x="285" y="14"/>
                  <a:pt x="285" y="14"/>
                  <a:pt x="286" y="14"/>
                </a:cubicBezTo>
                <a:cubicBezTo>
                  <a:pt x="287" y="14"/>
                  <a:pt x="288" y="14"/>
                  <a:pt x="289" y="13"/>
                </a:cubicBezTo>
                <a:lnTo>
                  <a:pt x="298" y="9"/>
                </a:lnTo>
                <a:lnTo>
                  <a:pt x="303" y="4"/>
                </a:lnTo>
                <a:cubicBezTo>
                  <a:pt x="304" y="3"/>
                  <a:pt x="305" y="3"/>
                  <a:pt x="305" y="2"/>
                </a:cubicBezTo>
                <a:cubicBezTo>
                  <a:pt x="306" y="2"/>
                  <a:pt x="306" y="1"/>
                  <a:pt x="305" y="1"/>
                </a:cubicBezTo>
                <a:lnTo>
                  <a:pt x="305" y="0"/>
                </a:lnTo>
                <a:lnTo>
                  <a:pt x="309" y="4"/>
                </a:lnTo>
                <a:lnTo>
                  <a:pt x="309" y="5"/>
                </a:lnTo>
                <a:lnTo>
                  <a:pt x="308" y="4"/>
                </a:lnTo>
                <a:cubicBezTo>
                  <a:pt x="308" y="4"/>
                  <a:pt x="307" y="4"/>
                  <a:pt x="307" y="4"/>
                </a:cubicBezTo>
                <a:cubicBezTo>
                  <a:pt x="306" y="4"/>
                  <a:pt x="306" y="5"/>
                  <a:pt x="304" y="6"/>
                </a:cubicBezTo>
                <a:lnTo>
                  <a:pt x="300" y="10"/>
                </a:lnTo>
                <a:lnTo>
                  <a:pt x="294" y="20"/>
                </a:lnTo>
                <a:cubicBezTo>
                  <a:pt x="293" y="21"/>
                  <a:pt x="293" y="22"/>
                  <a:pt x="293" y="22"/>
                </a:cubicBezTo>
                <a:cubicBezTo>
                  <a:pt x="293" y="23"/>
                  <a:pt x="293" y="23"/>
                  <a:pt x="292" y="24"/>
                </a:cubicBezTo>
                <a:cubicBezTo>
                  <a:pt x="292" y="24"/>
                  <a:pt x="293" y="24"/>
                  <a:pt x="293" y="24"/>
                </a:cubicBezTo>
                <a:lnTo>
                  <a:pt x="292" y="25"/>
                </a:lnTo>
                <a:lnTo>
                  <a:pt x="288" y="21"/>
                </a:lnTo>
                <a:lnTo>
                  <a:pt x="289" y="20"/>
                </a:lnTo>
                <a:cubicBezTo>
                  <a:pt x="289" y="21"/>
                  <a:pt x="290" y="21"/>
                  <a:pt x="290" y="21"/>
                </a:cubicBezTo>
                <a:cubicBezTo>
                  <a:pt x="290" y="21"/>
                  <a:pt x="291" y="20"/>
                  <a:pt x="291" y="20"/>
                </a:cubicBezTo>
                <a:cubicBezTo>
                  <a:pt x="292" y="20"/>
                  <a:pt x="292" y="19"/>
                  <a:pt x="293" y="18"/>
                </a:cubicBezTo>
                <a:lnTo>
                  <a:pt x="297" y="10"/>
                </a:lnTo>
                <a:lnTo>
                  <a:pt x="290" y="14"/>
                </a:lnTo>
                <a:cubicBezTo>
                  <a:pt x="288" y="14"/>
                  <a:pt x="288" y="15"/>
                  <a:pt x="287" y="15"/>
                </a:cubicBezTo>
                <a:cubicBezTo>
                  <a:pt x="287" y="15"/>
                  <a:pt x="287" y="16"/>
                  <a:pt x="286" y="16"/>
                </a:cubicBezTo>
                <a:cubicBezTo>
                  <a:pt x="286" y="16"/>
                  <a:pt x="286" y="16"/>
                  <a:pt x="286" y="17"/>
                </a:cubicBezTo>
                <a:cubicBezTo>
                  <a:pt x="286" y="17"/>
                  <a:pt x="286" y="17"/>
                  <a:pt x="287" y="17"/>
                </a:cubicBezTo>
                <a:lnTo>
                  <a:pt x="286" y="18"/>
                </a:lnTo>
                <a:close/>
              </a:path>
              <a:path w="336" h="189">
                <a:moveTo>
                  <a:pt x="35" y="20"/>
                </a:moveTo>
                <a:lnTo>
                  <a:pt x="32" y="25"/>
                </a:lnTo>
                <a:lnTo>
                  <a:pt x="39" y="29"/>
                </a:lnTo>
                <a:cubicBezTo>
                  <a:pt x="40" y="29"/>
                  <a:pt x="41" y="30"/>
                  <a:pt x="41" y="30"/>
                </a:cubicBezTo>
                <a:cubicBezTo>
                  <a:pt x="42" y="30"/>
                  <a:pt x="42" y="30"/>
                  <a:pt x="42" y="30"/>
                </a:cubicBezTo>
                <a:cubicBezTo>
                  <a:pt x="43" y="30"/>
                  <a:pt x="43" y="30"/>
                  <a:pt x="43" y="29"/>
                </a:cubicBezTo>
                <a:lnTo>
                  <a:pt x="44" y="29"/>
                </a:lnTo>
                <a:lnTo>
                  <a:pt x="41" y="34"/>
                </a:lnTo>
                <a:lnTo>
                  <a:pt x="41" y="33"/>
                </a:lnTo>
                <a:cubicBezTo>
                  <a:pt x="41" y="33"/>
                  <a:pt x="41" y="33"/>
                  <a:pt x="41" y="33"/>
                </a:cubicBezTo>
                <a:cubicBezTo>
                  <a:pt x="41" y="32"/>
                  <a:pt x="41" y="32"/>
                  <a:pt x="40" y="32"/>
                </a:cubicBezTo>
                <a:cubicBezTo>
                  <a:pt x="40" y="31"/>
                  <a:pt x="39" y="31"/>
                  <a:pt x="38" y="30"/>
                </a:cubicBezTo>
                <a:lnTo>
                  <a:pt x="23" y="22"/>
                </a:lnTo>
                <a:cubicBezTo>
                  <a:pt x="22" y="21"/>
                  <a:pt x="21" y="21"/>
                  <a:pt x="21" y="21"/>
                </a:cubicBezTo>
                <a:cubicBezTo>
                  <a:pt x="21" y="21"/>
                  <a:pt x="20" y="21"/>
                  <a:pt x="20" y="21"/>
                </a:cubicBezTo>
                <a:cubicBezTo>
                  <a:pt x="19" y="21"/>
                  <a:pt x="19" y="21"/>
                  <a:pt x="19" y="21"/>
                </a:cubicBezTo>
                <a:lnTo>
                  <a:pt x="19" y="22"/>
                </a:lnTo>
                <a:lnTo>
                  <a:pt x="18" y="21"/>
                </a:lnTo>
                <a:lnTo>
                  <a:pt x="21" y="17"/>
                </a:lnTo>
                <a:lnTo>
                  <a:pt x="22" y="17"/>
                </a:lnTo>
                <a:lnTo>
                  <a:pt x="21" y="17"/>
                </a:lnTo>
                <a:cubicBezTo>
                  <a:pt x="21" y="18"/>
                  <a:pt x="21" y="18"/>
                  <a:pt x="22" y="19"/>
                </a:cubicBezTo>
                <a:cubicBezTo>
                  <a:pt x="22" y="19"/>
                  <a:pt x="23" y="20"/>
                  <a:pt x="24" y="20"/>
                </a:cubicBezTo>
                <a:lnTo>
                  <a:pt x="31" y="24"/>
                </a:lnTo>
                <a:lnTo>
                  <a:pt x="34" y="19"/>
                </a:lnTo>
                <a:lnTo>
                  <a:pt x="27" y="15"/>
                </a:lnTo>
                <a:cubicBezTo>
                  <a:pt x="26" y="15"/>
                  <a:pt x="25" y="14"/>
                  <a:pt x="25" y="14"/>
                </a:cubicBezTo>
                <a:cubicBezTo>
                  <a:pt x="24" y="14"/>
                  <a:pt x="24" y="14"/>
                  <a:pt x="24" y="14"/>
                </a:cubicBezTo>
                <a:cubicBezTo>
                  <a:pt x="23" y="14"/>
                  <a:pt x="23" y="14"/>
                  <a:pt x="23" y="14"/>
                </a:cubicBezTo>
                <a:lnTo>
                  <a:pt x="23" y="15"/>
                </a:lnTo>
                <a:lnTo>
                  <a:pt x="22" y="15"/>
                </a:lnTo>
                <a:lnTo>
                  <a:pt x="25" y="10"/>
                </a:lnTo>
                <a:cubicBezTo>
                  <a:pt x="25" y="11"/>
                  <a:pt x="25" y="11"/>
                  <a:pt x="25" y="12"/>
                </a:cubicBezTo>
                <a:cubicBezTo>
                  <a:pt x="26" y="12"/>
                  <a:pt x="27" y="13"/>
                  <a:pt x="28" y="14"/>
                </a:cubicBezTo>
                <a:lnTo>
                  <a:pt x="43" y="22"/>
                </a:lnTo>
                <a:cubicBezTo>
                  <a:pt x="44" y="22"/>
                  <a:pt x="45" y="23"/>
                  <a:pt x="45" y="23"/>
                </a:cubicBezTo>
                <a:cubicBezTo>
                  <a:pt x="45" y="23"/>
                  <a:pt x="46" y="23"/>
                  <a:pt x="46" y="23"/>
                </a:cubicBezTo>
                <a:cubicBezTo>
                  <a:pt x="46" y="23"/>
                  <a:pt x="47" y="23"/>
                  <a:pt x="47" y="23"/>
                </a:cubicBezTo>
                <a:lnTo>
                  <a:pt x="47" y="22"/>
                </a:lnTo>
                <a:lnTo>
                  <a:pt x="48" y="22"/>
                </a:lnTo>
                <a:lnTo>
                  <a:pt x="45" y="27"/>
                </a:lnTo>
                <a:lnTo>
                  <a:pt x="44" y="27"/>
                </a:lnTo>
                <a:lnTo>
                  <a:pt x="45" y="27"/>
                </a:lnTo>
                <a:cubicBezTo>
                  <a:pt x="45" y="26"/>
                  <a:pt x="45" y="26"/>
                  <a:pt x="45" y="26"/>
                </a:cubicBezTo>
                <a:cubicBezTo>
                  <a:pt x="45" y="25"/>
                  <a:pt x="44" y="25"/>
                  <a:pt x="44" y="25"/>
                </a:cubicBezTo>
                <a:cubicBezTo>
                  <a:pt x="44" y="25"/>
                  <a:pt x="43" y="24"/>
                  <a:pt x="42" y="23"/>
                </a:cubicBezTo>
                <a:lnTo>
                  <a:pt x="35" y="20"/>
                </a:lnTo>
                <a:close/>
              </a:path>
              <a:path w="336" h="189">
                <a:moveTo>
                  <a:pt x="36" y="43"/>
                </a:moveTo>
                <a:lnTo>
                  <a:pt x="36" y="43"/>
                </a:lnTo>
                <a:lnTo>
                  <a:pt x="34" y="47"/>
                </a:lnTo>
                <a:lnTo>
                  <a:pt x="33" y="47"/>
                </a:lnTo>
                <a:lnTo>
                  <a:pt x="34" y="47"/>
                </a:lnTo>
                <a:cubicBezTo>
                  <a:pt x="34" y="46"/>
                  <a:pt x="34" y="46"/>
                  <a:pt x="33" y="45"/>
                </a:cubicBezTo>
                <a:cubicBezTo>
                  <a:pt x="33" y="45"/>
                  <a:pt x="32" y="44"/>
                  <a:pt x="31" y="43"/>
                </a:cubicBezTo>
                <a:lnTo>
                  <a:pt x="21" y="38"/>
                </a:lnTo>
                <a:cubicBezTo>
                  <a:pt x="19" y="37"/>
                  <a:pt x="17" y="36"/>
                  <a:pt x="16" y="35"/>
                </a:cubicBezTo>
                <a:cubicBezTo>
                  <a:pt x="15" y="34"/>
                  <a:pt x="14" y="33"/>
                  <a:pt x="14" y="32"/>
                </a:cubicBezTo>
                <a:cubicBezTo>
                  <a:pt x="13" y="30"/>
                  <a:pt x="13" y="29"/>
                  <a:pt x="14" y="28"/>
                </a:cubicBezTo>
                <a:cubicBezTo>
                  <a:pt x="14" y="27"/>
                  <a:pt x="15" y="26"/>
                  <a:pt x="17" y="26"/>
                </a:cubicBezTo>
                <a:cubicBezTo>
                  <a:pt x="18" y="26"/>
                  <a:pt x="19" y="26"/>
                  <a:pt x="21" y="27"/>
                </a:cubicBezTo>
                <a:cubicBezTo>
                  <a:pt x="22" y="27"/>
                  <a:pt x="24" y="28"/>
                  <a:pt x="27" y="30"/>
                </a:cubicBezTo>
                <a:lnTo>
                  <a:pt x="36" y="35"/>
                </a:lnTo>
                <a:cubicBezTo>
                  <a:pt x="37" y="35"/>
                  <a:pt x="38" y="36"/>
                  <a:pt x="39" y="36"/>
                </a:cubicBezTo>
                <a:cubicBezTo>
                  <a:pt x="39" y="36"/>
                  <a:pt x="40" y="36"/>
                  <a:pt x="40" y="35"/>
                </a:cubicBezTo>
                <a:lnTo>
                  <a:pt x="41" y="35"/>
                </a:lnTo>
                <a:lnTo>
                  <a:pt x="38" y="40"/>
                </a:lnTo>
                <a:lnTo>
                  <a:pt x="37" y="40"/>
                </a:lnTo>
                <a:lnTo>
                  <a:pt x="38" y="39"/>
                </a:lnTo>
                <a:cubicBezTo>
                  <a:pt x="38" y="39"/>
                  <a:pt x="38" y="38"/>
                  <a:pt x="37" y="38"/>
                </a:cubicBezTo>
                <a:cubicBezTo>
                  <a:pt x="37" y="37"/>
                  <a:pt x="36" y="37"/>
                  <a:pt x="35" y="36"/>
                </a:cubicBezTo>
                <a:lnTo>
                  <a:pt x="25" y="31"/>
                </a:lnTo>
                <a:cubicBezTo>
                  <a:pt x="24" y="30"/>
                  <a:pt x="23" y="30"/>
                  <a:pt x="22" y="29"/>
                </a:cubicBezTo>
                <a:cubicBezTo>
                  <a:pt x="20" y="28"/>
                  <a:pt x="19" y="28"/>
                  <a:pt x="19" y="28"/>
                </a:cubicBezTo>
                <a:cubicBezTo>
                  <a:pt x="18" y="28"/>
                  <a:pt x="17" y="28"/>
                  <a:pt x="17" y="28"/>
                </a:cubicBezTo>
                <a:cubicBezTo>
                  <a:pt x="16" y="28"/>
                  <a:pt x="15" y="29"/>
                  <a:pt x="15" y="29"/>
                </a:cubicBezTo>
                <a:cubicBezTo>
                  <a:pt x="15" y="30"/>
                  <a:pt x="15" y="31"/>
                  <a:pt x="15" y="32"/>
                </a:cubicBezTo>
                <a:cubicBezTo>
                  <a:pt x="15" y="33"/>
                  <a:pt x="16" y="33"/>
                  <a:pt x="17" y="34"/>
                </a:cubicBezTo>
                <a:cubicBezTo>
                  <a:pt x="18" y="35"/>
                  <a:pt x="19" y="36"/>
                  <a:pt x="22" y="37"/>
                </a:cubicBezTo>
                <a:lnTo>
                  <a:pt x="31" y="43"/>
                </a:lnTo>
                <a:cubicBezTo>
                  <a:pt x="33" y="43"/>
                  <a:pt x="34" y="44"/>
                  <a:pt x="34" y="44"/>
                </a:cubicBezTo>
                <a:cubicBezTo>
                  <a:pt x="35" y="44"/>
                  <a:pt x="35" y="44"/>
                  <a:pt x="35" y="43"/>
                </a:cubicBezTo>
                <a:lnTo>
                  <a:pt x="36" y="43"/>
                </a:lnTo>
                <a:close/>
              </a:path>
              <a:path w="336" h="189">
                <a:moveTo>
                  <a:pt x="15" y="45"/>
                </a:moveTo>
                <a:lnTo>
                  <a:pt x="16" y="40"/>
                </a:lnTo>
                <a:lnTo>
                  <a:pt x="13" y="38"/>
                </a:lnTo>
                <a:cubicBezTo>
                  <a:pt x="12" y="37"/>
                  <a:pt x="11" y="37"/>
                  <a:pt x="11" y="37"/>
                </a:cubicBezTo>
                <a:cubicBezTo>
                  <a:pt x="11" y="37"/>
                  <a:pt x="10" y="37"/>
                  <a:pt x="10" y="37"/>
                </a:cubicBezTo>
                <a:cubicBezTo>
                  <a:pt x="9" y="37"/>
                  <a:pt x="9" y="37"/>
                  <a:pt x="9" y="38"/>
                </a:cubicBezTo>
                <a:lnTo>
                  <a:pt x="8" y="37"/>
                </a:lnTo>
                <a:lnTo>
                  <a:pt x="10" y="33"/>
                </a:lnTo>
                <a:lnTo>
                  <a:pt x="10" y="34"/>
                </a:lnTo>
                <a:cubicBezTo>
                  <a:pt x="10" y="34"/>
                  <a:pt x="10" y="35"/>
                  <a:pt x="11" y="35"/>
                </a:cubicBezTo>
                <a:cubicBezTo>
                  <a:pt x="11" y="36"/>
                  <a:pt x="12" y="36"/>
                  <a:pt x="14" y="37"/>
                </a:cubicBezTo>
                <a:lnTo>
                  <a:pt x="32" y="50"/>
                </a:lnTo>
                <a:lnTo>
                  <a:pt x="10" y="46"/>
                </a:lnTo>
                <a:cubicBezTo>
                  <a:pt x="8" y="46"/>
                  <a:pt x="7" y="46"/>
                  <a:pt x="7" y="46"/>
                </a:cubicBezTo>
                <a:cubicBezTo>
                  <a:pt x="6" y="46"/>
                  <a:pt x="6" y="46"/>
                  <a:pt x="5" y="47"/>
                </a:cubicBezTo>
                <a:lnTo>
                  <a:pt x="5" y="46"/>
                </a:lnTo>
                <a:lnTo>
                  <a:pt x="6" y="42"/>
                </a:lnTo>
                <a:lnTo>
                  <a:pt x="7" y="42"/>
                </a:lnTo>
                <a:cubicBezTo>
                  <a:pt x="7" y="42"/>
                  <a:pt x="7" y="43"/>
                  <a:pt x="7" y="43"/>
                </a:cubicBezTo>
                <a:cubicBezTo>
                  <a:pt x="7" y="43"/>
                  <a:pt x="8" y="44"/>
                  <a:pt x="8" y="44"/>
                </a:cubicBezTo>
                <a:cubicBezTo>
                  <a:pt x="9" y="44"/>
                  <a:pt x="10" y="44"/>
                  <a:pt x="11" y="44"/>
                </a:cubicBezTo>
                <a:lnTo>
                  <a:pt x="15" y="45"/>
                </a:lnTo>
                <a:close/>
                <a:moveTo>
                  <a:pt x="16" y="45"/>
                </a:moveTo>
                <a:lnTo>
                  <a:pt x="27" y="47"/>
                </a:lnTo>
                <a:lnTo>
                  <a:pt x="18" y="41"/>
                </a:lnTo>
                <a:lnTo>
                  <a:pt x="16" y="45"/>
                </a:lnTo>
                <a:close/>
              </a:path>
              <a:path w="336" h="189">
                <a:moveTo>
                  <a:pt x="29" y="62"/>
                </a:moveTo>
                <a:lnTo>
                  <a:pt x="5" y="52"/>
                </a:lnTo>
                <a:lnTo>
                  <a:pt x="5" y="57"/>
                </a:lnTo>
                <a:cubicBezTo>
                  <a:pt x="5" y="58"/>
                  <a:pt x="5" y="59"/>
                  <a:pt x="6" y="59"/>
                </a:cubicBezTo>
                <a:cubicBezTo>
                  <a:pt x="6" y="60"/>
                  <a:pt x="8" y="60"/>
                  <a:pt x="10" y="61"/>
                </a:cubicBezTo>
                <a:lnTo>
                  <a:pt x="3" y="60"/>
                </a:lnTo>
                <a:lnTo>
                  <a:pt x="4" y="49"/>
                </a:lnTo>
                <a:lnTo>
                  <a:pt x="28" y="59"/>
                </a:lnTo>
                <a:lnTo>
                  <a:pt x="28" y="55"/>
                </a:lnTo>
                <a:cubicBezTo>
                  <a:pt x="28" y="54"/>
                  <a:pt x="28" y="53"/>
                  <a:pt x="28" y="53"/>
                </a:cubicBezTo>
                <a:cubicBezTo>
                  <a:pt x="27" y="53"/>
                  <a:pt x="27" y="53"/>
                  <a:pt x="26" y="52"/>
                </a:cubicBezTo>
                <a:cubicBezTo>
                  <a:pt x="26" y="52"/>
                  <a:pt x="25" y="52"/>
                  <a:pt x="23" y="52"/>
                </a:cubicBezTo>
                <a:lnTo>
                  <a:pt x="23" y="51"/>
                </a:lnTo>
                <a:lnTo>
                  <a:pt x="30" y="52"/>
                </a:lnTo>
                <a:lnTo>
                  <a:pt x="29" y="62"/>
                </a:lnTo>
                <a:close/>
              </a:path>
              <a:path w="336" h="189">
                <a:moveTo>
                  <a:pt x="29" y="82"/>
                </a:moveTo>
                <a:cubicBezTo>
                  <a:pt x="29" y="84"/>
                  <a:pt x="28" y="85"/>
                  <a:pt x="25" y="87"/>
                </a:cubicBezTo>
                <a:cubicBezTo>
                  <a:pt x="22" y="88"/>
                  <a:pt x="19" y="89"/>
                  <a:pt x="15" y="89"/>
                </a:cubicBezTo>
                <a:cubicBezTo>
                  <a:pt x="11" y="89"/>
                  <a:pt x="8" y="89"/>
                  <a:pt x="5" y="87"/>
                </a:cubicBezTo>
                <a:cubicBezTo>
                  <a:pt x="3" y="86"/>
                  <a:pt x="1" y="85"/>
                  <a:pt x="1" y="83"/>
                </a:cubicBezTo>
                <a:cubicBezTo>
                  <a:pt x="1" y="81"/>
                  <a:pt x="2" y="80"/>
                  <a:pt x="5" y="78"/>
                </a:cubicBezTo>
                <a:cubicBezTo>
                  <a:pt x="7" y="77"/>
                  <a:pt x="11" y="76"/>
                  <a:pt x="15" y="76"/>
                </a:cubicBezTo>
                <a:cubicBezTo>
                  <a:pt x="19" y="76"/>
                  <a:pt x="22" y="77"/>
                  <a:pt x="25" y="78"/>
                </a:cubicBezTo>
                <a:cubicBezTo>
                  <a:pt x="27" y="79"/>
                  <a:pt x="29" y="80"/>
                  <a:pt x="29" y="82"/>
                </a:cubicBezTo>
                <a:close/>
                <a:moveTo>
                  <a:pt x="27" y="82"/>
                </a:moveTo>
                <a:cubicBezTo>
                  <a:pt x="27" y="81"/>
                  <a:pt x="26" y="80"/>
                  <a:pt x="25" y="79"/>
                </a:cubicBezTo>
                <a:cubicBezTo>
                  <a:pt x="22" y="78"/>
                  <a:pt x="19" y="78"/>
                  <a:pt x="15" y="78"/>
                </a:cubicBezTo>
                <a:cubicBezTo>
                  <a:pt x="11" y="79"/>
                  <a:pt x="7" y="79"/>
                  <a:pt x="5" y="80"/>
                </a:cubicBezTo>
                <a:cubicBezTo>
                  <a:pt x="3" y="81"/>
                  <a:pt x="2" y="82"/>
                  <a:pt x="3" y="83"/>
                </a:cubicBezTo>
                <a:cubicBezTo>
                  <a:pt x="3" y="84"/>
                  <a:pt x="4" y="85"/>
                  <a:pt x="6" y="86"/>
                </a:cubicBezTo>
                <a:cubicBezTo>
                  <a:pt x="8" y="87"/>
                  <a:pt x="11" y="87"/>
                  <a:pt x="15" y="87"/>
                </a:cubicBezTo>
                <a:cubicBezTo>
                  <a:pt x="19" y="87"/>
                  <a:pt x="23" y="86"/>
                  <a:pt x="25" y="85"/>
                </a:cubicBezTo>
                <a:cubicBezTo>
                  <a:pt x="26" y="84"/>
                  <a:pt x="27" y="83"/>
                  <a:pt x="27" y="82"/>
                </a:cubicBezTo>
                <a:close/>
              </a:path>
              <a:path w="336" h="189">
                <a:moveTo>
                  <a:pt x="16" y="66"/>
                </a:moveTo>
                <a:lnTo>
                  <a:pt x="15" y="72"/>
                </a:lnTo>
                <a:lnTo>
                  <a:pt x="22" y="73"/>
                </a:lnTo>
                <a:cubicBezTo>
                  <a:pt x="24" y="73"/>
                  <a:pt x="24" y="73"/>
                  <a:pt x="25" y="73"/>
                </a:cubicBezTo>
                <a:cubicBezTo>
                  <a:pt x="25" y="73"/>
                  <a:pt x="26" y="73"/>
                  <a:pt x="26" y="73"/>
                </a:cubicBezTo>
                <a:cubicBezTo>
                  <a:pt x="26" y="73"/>
                  <a:pt x="26" y="72"/>
                  <a:pt x="26" y="72"/>
                </a:cubicBezTo>
                <a:lnTo>
                  <a:pt x="27" y="72"/>
                </a:lnTo>
                <a:lnTo>
                  <a:pt x="26" y="77"/>
                </a:lnTo>
                <a:cubicBezTo>
                  <a:pt x="26" y="76"/>
                  <a:pt x="26" y="76"/>
                  <a:pt x="25" y="76"/>
                </a:cubicBezTo>
                <a:cubicBezTo>
                  <a:pt x="25" y="76"/>
                  <a:pt x="25" y="75"/>
                  <a:pt x="25" y="75"/>
                </a:cubicBezTo>
                <a:cubicBezTo>
                  <a:pt x="24" y="75"/>
                  <a:pt x="23" y="75"/>
                  <a:pt x="22" y="75"/>
                </a:cubicBezTo>
                <a:lnTo>
                  <a:pt x="5" y="73"/>
                </a:lnTo>
                <a:cubicBezTo>
                  <a:pt x="4" y="72"/>
                  <a:pt x="3" y="72"/>
                  <a:pt x="3" y="72"/>
                </a:cubicBezTo>
                <a:cubicBezTo>
                  <a:pt x="2" y="72"/>
                  <a:pt x="2" y="72"/>
                  <a:pt x="2" y="73"/>
                </a:cubicBezTo>
                <a:cubicBezTo>
                  <a:pt x="1" y="73"/>
                  <a:pt x="1" y="73"/>
                  <a:pt x="1" y="73"/>
                </a:cubicBezTo>
                <a:lnTo>
                  <a:pt x="1" y="74"/>
                </a:lnTo>
                <a:lnTo>
                  <a:pt x="0" y="74"/>
                </a:lnTo>
                <a:lnTo>
                  <a:pt x="1" y="68"/>
                </a:lnTo>
                <a:lnTo>
                  <a:pt x="2" y="68"/>
                </a:lnTo>
                <a:lnTo>
                  <a:pt x="2" y="69"/>
                </a:lnTo>
                <a:cubicBezTo>
                  <a:pt x="2" y="69"/>
                  <a:pt x="2" y="70"/>
                  <a:pt x="2" y="70"/>
                </a:cubicBezTo>
                <a:cubicBezTo>
                  <a:pt x="3" y="70"/>
                  <a:pt x="4" y="71"/>
                  <a:pt x="5" y="71"/>
                </a:cubicBezTo>
                <a:lnTo>
                  <a:pt x="13" y="72"/>
                </a:lnTo>
                <a:lnTo>
                  <a:pt x="14" y="66"/>
                </a:lnTo>
                <a:lnTo>
                  <a:pt x="6" y="65"/>
                </a:lnTo>
                <a:cubicBezTo>
                  <a:pt x="5" y="65"/>
                  <a:pt x="4" y="65"/>
                  <a:pt x="4" y="65"/>
                </a:cubicBezTo>
                <a:cubicBezTo>
                  <a:pt x="3" y="65"/>
                  <a:pt x="3" y="65"/>
                  <a:pt x="3" y="65"/>
                </a:cubicBezTo>
                <a:cubicBezTo>
                  <a:pt x="2" y="65"/>
                  <a:pt x="2" y="65"/>
                  <a:pt x="2" y="66"/>
                </a:cubicBezTo>
                <a:lnTo>
                  <a:pt x="1" y="66"/>
                </a:lnTo>
                <a:lnTo>
                  <a:pt x="2" y="60"/>
                </a:lnTo>
                <a:lnTo>
                  <a:pt x="3" y="61"/>
                </a:lnTo>
                <a:cubicBezTo>
                  <a:pt x="3" y="62"/>
                  <a:pt x="3" y="62"/>
                  <a:pt x="3" y="62"/>
                </a:cubicBezTo>
                <a:cubicBezTo>
                  <a:pt x="4" y="63"/>
                  <a:pt x="5" y="63"/>
                  <a:pt x="6" y="63"/>
                </a:cubicBezTo>
                <a:lnTo>
                  <a:pt x="23" y="65"/>
                </a:lnTo>
                <a:cubicBezTo>
                  <a:pt x="25" y="65"/>
                  <a:pt x="25" y="65"/>
                  <a:pt x="26" y="65"/>
                </a:cubicBezTo>
                <a:cubicBezTo>
                  <a:pt x="26" y="65"/>
                  <a:pt x="27" y="65"/>
                  <a:pt x="27" y="65"/>
                </a:cubicBezTo>
                <a:cubicBezTo>
                  <a:pt x="27" y="65"/>
                  <a:pt x="27" y="65"/>
                  <a:pt x="27" y="64"/>
                </a:cubicBezTo>
                <a:lnTo>
                  <a:pt x="28" y="64"/>
                </a:lnTo>
                <a:lnTo>
                  <a:pt x="27" y="69"/>
                </a:lnTo>
                <a:cubicBezTo>
                  <a:pt x="27" y="69"/>
                  <a:pt x="27" y="68"/>
                  <a:pt x="26" y="68"/>
                </a:cubicBezTo>
                <a:cubicBezTo>
                  <a:pt x="26" y="68"/>
                  <a:pt x="26" y="67"/>
                  <a:pt x="26" y="67"/>
                </a:cubicBezTo>
                <a:cubicBezTo>
                  <a:pt x="25" y="67"/>
                  <a:pt x="24" y="67"/>
                  <a:pt x="23" y="67"/>
                </a:cubicBezTo>
                <a:lnTo>
                  <a:pt x="16" y="66"/>
                </a:lnTo>
                <a:close/>
              </a:path>
              <a:path w="336" h="189">
                <a:moveTo>
                  <a:pt x="29" y="84"/>
                </a:moveTo>
                <a:lnTo>
                  <a:pt x="30" y="88"/>
                </a:lnTo>
                <a:lnTo>
                  <a:pt x="14" y="101"/>
                </a:lnTo>
                <a:lnTo>
                  <a:pt x="28" y="97"/>
                </a:lnTo>
                <a:cubicBezTo>
                  <a:pt x="30" y="96"/>
                  <a:pt x="31" y="96"/>
                  <a:pt x="31" y="95"/>
                </a:cubicBezTo>
                <a:cubicBezTo>
                  <a:pt x="32" y="95"/>
                  <a:pt x="32" y="95"/>
                  <a:pt x="32" y="94"/>
                </a:cubicBezTo>
                <a:lnTo>
                  <a:pt x="31" y="94"/>
                </a:lnTo>
                <a:lnTo>
                  <a:pt x="32" y="93"/>
                </a:lnTo>
                <a:lnTo>
                  <a:pt x="33" y="98"/>
                </a:lnTo>
                <a:cubicBezTo>
                  <a:pt x="32" y="97"/>
                  <a:pt x="32" y="97"/>
                  <a:pt x="31" y="97"/>
                </a:cubicBezTo>
                <a:cubicBezTo>
                  <a:pt x="31" y="97"/>
                  <a:pt x="30" y="97"/>
                  <a:pt x="29" y="97"/>
                </a:cubicBezTo>
                <a:lnTo>
                  <a:pt x="7" y="104"/>
                </a:lnTo>
                <a:lnTo>
                  <a:pt x="25" y="89"/>
                </a:lnTo>
                <a:lnTo>
                  <a:pt x="9" y="94"/>
                </a:lnTo>
                <a:cubicBezTo>
                  <a:pt x="8" y="95"/>
                  <a:pt x="7" y="95"/>
                  <a:pt x="7" y="95"/>
                </a:cubicBezTo>
                <a:cubicBezTo>
                  <a:pt x="6" y="96"/>
                  <a:pt x="6" y="96"/>
                  <a:pt x="6" y="97"/>
                </a:cubicBezTo>
                <a:lnTo>
                  <a:pt x="4" y="93"/>
                </a:lnTo>
                <a:lnTo>
                  <a:pt x="5" y="93"/>
                </a:lnTo>
                <a:cubicBezTo>
                  <a:pt x="5" y="94"/>
                  <a:pt x="6" y="94"/>
                  <a:pt x="6" y="94"/>
                </a:cubicBezTo>
                <a:cubicBezTo>
                  <a:pt x="7" y="94"/>
                  <a:pt x="8" y="94"/>
                  <a:pt x="9" y="93"/>
                </a:cubicBezTo>
                <a:lnTo>
                  <a:pt x="27" y="88"/>
                </a:lnTo>
                <a:cubicBezTo>
                  <a:pt x="27" y="87"/>
                  <a:pt x="28" y="87"/>
                  <a:pt x="28" y="86"/>
                </a:cubicBezTo>
                <a:cubicBezTo>
                  <a:pt x="28" y="86"/>
                  <a:pt x="28" y="86"/>
                  <a:pt x="29" y="85"/>
                </a:cubicBezTo>
                <a:cubicBezTo>
                  <a:pt x="29" y="85"/>
                  <a:pt x="29" y="85"/>
                  <a:pt x="28" y="84"/>
                </a:cubicBezTo>
                <a:lnTo>
                  <a:pt x="29" y="84"/>
                </a:lnTo>
                <a:close/>
              </a:path>
              <a:path w="336" h="189">
                <a:moveTo>
                  <a:pt x="38" y="107"/>
                </a:moveTo>
                <a:lnTo>
                  <a:pt x="30" y="110"/>
                </a:lnTo>
                <a:cubicBezTo>
                  <a:pt x="32" y="109"/>
                  <a:pt x="33" y="108"/>
                  <a:pt x="34" y="107"/>
                </a:cubicBezTo>
                <a:cubicBezTo>
                  <a:pt x="35" y="106"/>
                  <a:pt x="36" y="105"/>
                  <a:pt x="35" y="104"/>
                </a:cubicBezTo>
                <a:cubicBezTo>
                  <a:pt x="35" y="102"/>
                  <a:pt x="33" y="101"/>
                  <a:pt x="30" y="101"/>
                </a:cubicBezTo>
                <a:cubicBezTo>
                  <a:pt x="28" y="102"/>
                  <a:pt x="25" y="102"/>
                  <a:pt x="22" y="103"/>
                </a:cubicBezTo>
                <a:cubicBezTo>
                  <a:pt x="20" y="104"/>
                  <a:pt x="18" y="105"/>
                  <a:pt x="16" y="106"/>
                </a:cubicBezTo>
                <a:cubicBezTo>
                  <a:pt x="14" y="107"/>
                  <a:pt x="13" y="108"/>
                  <a:pt x="12" y="109"/>
                </a:cubicBezTo>
                <a:cubicBezTo>
                  <a:pt x="12" y="110"/>
                  <a:pt x="11" y="111"/>
                  <a:pt x="12" y="112"/>
                </a:cubicBezTo>
                <a:cubicBezTo>
                  <a:pt x="12" y="112"/>
                  <a:pt x="12" y="113"/>
                  <a:pt x="12" y="113"/>
                </a:cubicBezTo>
                <a:cubicBezTo>
                  <a:pt x="13" y="113"/>
                  <a:pt x="13" y="114"/>
                  <a:pt x="14" y="114"/>
                </a:cubicBezTo>
                <a:lnTo>
                  <a:pt x="21" y="112"/>
                </a:lnTo>
                <a:cubicBezTo>
                  <a:pt x="22" y="111"/>
                  <a:pt x="23" y="111"/>
                  <a:pt x="24" y="111"/>
                </a:cubicBezTo>
                <a:cubicBezTo>
                  <a:pt x="24" y="110"/>
                  <a:pt x="24" y="110"/>
                  <a:pt x="24" y="110"/>
                </a:cubicBezTo>
                <a:cubicBezTo>
                  <a:pt x="24" y="110"/>
                  <a:pt x="24" y="109"/>
                  <a:pt x="24" y="109"/>
                </a:cubicBezTo>
                <a:lnTo>
                  <a:pt x="25" y="108"/>
                </a:lnTo>
                <a:lnTo>
                  <a:pt x="27" y="113"/>
                </a:lnTo>
                <a:lnTo>
                  <a:pt x="26" y="113"/>
                </a:lnTo>
                <a:cubicBezTo>
                  <a:pt x="26" y="113"/>
                  <a:pt x="25" y="113"/>
                  <a:pt x="24" y="113"/>
                </a:cubicBezTo>
                <a:cubicBezTo>
                  <a:pt x="24" y="113"/>
                  <a:pt x="23" y="113"/>
                  <a:pt x="22" y="113"/>
                </a:cubicBezTo>
                <a:lnTo>
                  <a:pt x="14" y="116"/>
                </a:lnTo>
                <a:cubicBezTo>
                  <a:pt x="13" y="115"/>
                  <a:pt x="12" y="115"/>
                  <a:pt x="12" y="114"/>
                </a:cubicBezTo>
                <a:cubicBezTo>
                  <a:pt x="11" y="114"/>
                  <a:pt x="11" y="113"/>
                  <a:pt x="10" y="112"/>
                </a:cubicBezTo>
                <a:cubicBezTo>
                  <a:pt x="10" y="110"/>
                  <a:pt x="11" y="108"/>
                  <a:pt x="13" y="105"/>
                </a:cubicBezTo>
                <a:cubicBezTo>
                  <a:pt x="15" y="104"/>
                  <a:pt x="18" y="102"/>
                  <a:pt x="21" y="101"/>
                </a:cubicBezTo>
                <a:cubicBezTo>
                  <a:pt x="23" y="100"/>
                  <a:pt x="25" y="100"/>
                  <a:pt x="27" y="100"/>
                </a:cubicBezTo>
                <a:cubicBezTo>
                  <a:pt x="30" y="100"/>
                  <a:pt x="32" y="100"/>
                  <a:pt x="34" y="101"/>
                </a:cubicBezTo>
                <a:cubicBezTo>
                  <a:pt x="35" y="101"/>
                  <a:pt x="36" y="102"/>
                  <a:pt x="36" y="103"/>
                </a:cubicBezTo>
                <a:cubicBezTo>
                  <a:pt x="37" y="104"/>
                  <a:pt x="37" y="104"/>
                  <a:pt x="37" y="104"/>
                </a:cubicBezTo>
                <a:cubicBezTo>
                  <a:pt x="37" y="105"/>
                  <a:pt x="36" y="106"/>
                  <a:pt x="36" y="106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6" y="107"/>
                  <a:pt x="36" y="107"/>
                  <a:pt x="36" y="107"/>
                </a:cubicBezTo>
                <a:cubicBezTo>
                  <a:pt x="37" y="107"/>
                  <a:pt x="37" y="107"/>
                  <a:pt x="38" y="107"/>
                </a:cubicBezTo>
                <a:close/>
              </a:path>
              <a:path w="336" h="189">
                <a:moveTo>
                  <a:pt x="47" y="119"/>
                </a:moveTo>
                <a:lnTo>
                  <a:pt x="48" y="118"/>
                </a:lnTo>
                <a:lnTo>
                  <a:pt x="51" y="122"/>
                </a:lnTo>
                <a:lnTo>
                  <a:pt x="50" y="122"/>
                </a:lnTo>
                <a:cubicBezTo>
                  <a:pt x="49" y="121"/>
                  <a:pt x="49" y="121"/>
                  <a:pt x="48" y="122"/>
                </a:cubicBezTo>
                <a:cubicBezTo>
                  <a:pt x="48" y="122"/>
                  <a:pt x="47" y="122"/>
                  <a:pt x="46" y="123"/>
                </a:cubicBezTo>
                <a:lnTo>
                  <a:pt x="38" y="130"/>
                </a:lnTo>
                <a:cubicBezTo>
                  <a:pt x="36" y="132"/>
                  <a:pt x="34" y="133"/>
                  <a:pt x="33" y="134"/>
                </a:cubicBezTo>
                <a:cubicBezTo>
                  <a:pt x="31" y="135"/>
                  <a:pt x="30" y="135"/>
                  <a:pt x="29" y="135"/>
                </a:cubicBezTo>
                <a:cubicBezTo>
                  <a:pt x="27" y="135"/>
                  <a:pt x="26" y="135"/>
                  <a:pt x="26" y="134"/>
                </a:cubicBezTo>
                <a:cubicBezTo>
                  <a:pt x="25" y="133"/>
                  <a:pt x="24" y="131"/>
                  <a:pt x="25" y="130"/>
                </a:cubicBezTo>
                <a:cubicBezTo>
                  <a:pt x="25" y="129"/>
                  <a:pt x="26" y="128"/>
                  <a:pt x="27" y="126"/>
                </a:cubicBezTo>
                <a:cubicBezTo>
                  <a:pt x="27" y="126"/>
                  <a:pt x="29" y="124"/>
                  <a:pt x="32" y="122"/>
                </a:cubicBezTo>
                <a:lnTo>
                  <a:pt x="39" y="115"/>
                </a:lnTo>
                <a:cubicBezTo>
                  <a:pt x="41" y="114"/>
                  <a:pt x="41" y="114"/>
                  <a:pt x="42" y="113"/>
                </a:cubicBezTo>
                <a:cubicBezTo>
                  <a:pt x="42" y="113"/>
                  <a:pt x="42" y="112"/>
                  <a:pt x="42" y="112"/>
                </a:cubicBezTo>
                <a:lnTo>
                  <a:pt x="41" y="111"/>
                </a:lnTo>
                <a:lnTo>
                  <a:pt x="42" y="111"/>
                </a:lnTo>
                <a:lnTo>
                  <a:pt x="45" y="115"/>
                </a:lnTo>
                <a:lnTo>
                  <a:pt x="45" y="116"/>
                </a:lnTo>
                <a:lnTo>
                  <a:pt x="45" y="115"/>
                </a:lnTo>
                <a:cubicBezTo>
                  <a:pt x="44" y="115"/>
                  <a:pt x="44" y="115"/>
                  <a:pt x="43" y="115"/>
                </a:cubicBezTo>
                <a:cubicBezTo>
                  <a:pt x="43" y="115"/>
                  <a:pt x="42" y="116"/>
                  <a:pt x="41" y="117"/>
                </a:cubicBezTo>
                <a:lnTo>
                  <a:pt x="32" y="124"/>
                </a:lnTo>
                <a:cubicBezTo>
                  <a:pt x="31" y="125"/>
                  <a:pt x="30" y="126"/>
                  <a:pt x="29" y="127"/>
                </a:cubicBezTo>
                <a:cubicBezTo>
                  <a:pt x="28" y="127"/>
                  <a:pt x="28" y="128"/>
                  <a:pt x="27" y="129"/>
                </a:cubicBezTo>
                <a:cubicBezTo>
                  <a:pt x="27" y="130"/>
                  <a:pt x="26" y="130"/>
                  <a:pt x="26" y="131"/>
                </a:cubicBezTo>
                <a:cubicBezTo>
                  <a:pt x="26" y="132"/>
                  <a:pt x="26" y="132"/>
                  <a:pt x="27" y="133"/>
                </a:cubicBezTo>
                <a:cubicBezTo>
                  <a:pt x="27" y="133"/>
                  <a:pt x="28" y="134"/>
                  <a:pt x="29" y="134"/>
                </a:cubicBezTo>
                <a:cubicBezTo>
                  <a:pt x="30" y="134"/>
                  <a:pt x="31" y="133"/>
                  <a:pt x="32" y="133"/>
                </a:cubicBezTo>
                <a:cubicBezTo>
                  <a:pt x="33" y="132"/>
                  <a:pt x="35" y="131"/>
                  <a:pt x="37" y="129"/>
                </a:cubicBezTo>
                <a:lnTo>
                  <a:pt x="45" y="123"/>
                </a:lnTo>
                <a:cubicBezTo>
                  <a:pt x="47" y="122"/>
                  <a:pt x="47" y="121"/>
                  <a:pt x="48" y="120"/>
                </a:cubicBezTo>
                <a:cubicBezTo>
                  <a:pt x="48" y="120"/>
                  <a:pt x="48" y="119"/>
                  <a:pt x="47" y="119"/>
                </a:cubicBezTo>
                <a:close/>
              </a:path>
              <a:path w="336" h="189">
                <a:moveTo>
                  <a:pt x="51" y="121"/>
                </a:moveTo>
                <a:lnTo>
                  <a:pt x="53" y="123"/>
                </a:lnTo>
                <a:lnTo>
                  <a:pt x="46" y="143"/>
                </a:lnTo>
                <a:lnTo>
                  <a:pt x="56" y="132"/>
                </a:lnTo>
                <a:cubicBezTo>
                  <a:pt x="57" y="131"/>
                  <a:pt x="58" y="130"/>
                  <a:pt x="58" y="130"/>
                </a:cubicBezTo>
                <a:cubicBezTo>
                  <a:pt x="58" y="129"/>
                  <a:pt x="58" y="128"/>
                  <a:pt x="58" y="128"/>
                </a:cubicBezTo>
                <a:lnTo>
                  <a:pt x="57" y="128"/>
                </a:lnTo>
                <a:lnTo>
                  <a:pt x="58" y="127"/>
                </a:lnTo>
                <a:lnTo>
                  <a:pt x="61" y="130"/>
                </a:lnTo>
                <a:lnTo>
                  <a:pt x="61" y="131"/>
                </a:lnTo>
                <a:lnTo>
                  <a:pt x="60" y="131"/>
                </a:lnTo>
                <a:cubicBezTo>
                  <a:pt x="60" y="130"/>
                  <a:pt x="60" y="130"/>
                  <a:pt x="59" y="131"/>
                </a:cubicBezTo>
                <a:cubicBezTo>
                  <a:pt x="59" y="131"/>
                  <a:pt x="58" y="131"/>
                  <a:pt x="57" y="133"/>
                </a:cubicBezTo>
                <a:lnTo>
                  <a:pt x="42" y="149"/>
                </a:lnTo>
                <a:lnTo>
                  <a:pt x="50" y="127"/>
                </a:lnTo>
                <a:lnTo>
                  <a:pt x="39" y="140"/>
                </a:lnTo>
                <a:cubicBezTo>
                  <a:pt x="38" y="141"/>
                  <a:pt x="37" y="142"/>
                  <a:pt x="37" y="142"/>
                </a:cubicBezTo>
                <a:cubicBezTo>
                  <a:pt x="37" y="143"/>
                  <a:pt x="37" y="143"/>
                  <a:pt x="37" y="143"/>
                </a:cubicBezTo>
                <a:lnTo>
                  <a:pt x="38" y="144"/>
                </a:lnTo>
                <a:lnTo>
                  <a:pt x="37" y="144"/>
                </a:lnTo>
                <a:lnTo>
                  <a:pt x="34" y="141"/>
                </a:lnTo>
                <a:lnTo>
                  <a:pt x="35" y="141"/>
                </a:lnTo>
                <a:cubicBezTo>
                  <a:pt x="35" y="141"/>
                  <a:pt x="36" y="141"/>
                  <a:pt x="36" y="141"/>
                </a:cubicBezTo>
                <a:cubicBezTo>
                  <a:pt x="37" y="141"/>
                  <a:pt x="37" y="140"/>
                  <a:pt x="38" y="139"/>
                </a:cubicBezTo>
                <a:lnTo>
                  <a:pt x="50" y="125"/>
                </a:lnTo>
                <a:cubicBezTo>
                  <a:pt x="51" y="124"/>
                  <a:pt x="51" y="124"/>
                  <a:pt x="51" y="123"/>
                </a:cubicBezTo>
                <a:cubicBezTo>
                  <a:pt x="51" y="123"/>
                  <a:pt x="51" y="123"/>
                  <a:pt x="51" y="122"/>
                </a:cubicBezTo>
                <a:cubicBezTo>
                  <a:pt x="51" y="122"/>
                  <a:pt x="50" y="122"/>
                  <a:pt x="50" y="121"/>
                </a:cubicBezTo>
                <a:lnTo>
                  <a:pt x="51" y="121"/>
                </a:lnTo>
                <a:close/>
              </a:path>
              <a:path w="336" h="189">
                <a:moveTo>
                  <a:pt x="51" y="155"/>
                </a:moveTo>
                <a:lnTo>
                  <a:pt x="50" y="156"/>
                </a:lnTo>
                <a:lnTo>
                  <a:pt x="46" y="152"/>
                </a:lnTo>
                <a:lnTo>
                  <a:pt x="47" y="151"/>
                </a:lnTo>
                <a:lnTo>
                  <a:pt x="47" y="152"/>
                </a:lnTo>
                <a:cubicBezTo>
                  <a:pt x="47" y="152"/>
                  <a:pt x="48" y="152"/>
                  <a:pt x="49" y="152"/>
                </a:cubicBezTo>
                <a:cubicBezTo>
                  <a:pt x="49" y="152"/>
                  <a:pt x="50" y="151"/>
                  <a:pt x="51" y="150"/>
                </a:cubicBezTo>
                <a:lnTo>
                  <a:pt x="62" y="137"/>
                </a:lnTo>
                <a:cubicBezTo>
                  <a:pt x="63" y="136"/>
                  <a:pt x="63" y="135"/>
                  <a:pt x="63" y="135"/>
                </a:cubicBezTo>
                <a:cubicBezTo>
                  <a:pt x="64" y="134"/>
                  <a:pt x="64" y="134"/>
                  <a:pt x="64" y="134"/>
                </a:cubicBezTo>
                <a:cubicBezTo>
                  <a:pt x="64" y="133"/>
                  <a:pt x="64" y="133"/>
                  <a:pt x="63" y="133"/>
                </a:cubicBezTo>
                <a:lnTo>
                  <a:pt x="63" y="132"/>
                </a:lnTo>
                <a:lnTo>
                  <a:pt x="68" y="136"/>
                </a:lnTo>
                <a:lnTo>
                  <a:pt x="67" y="136"/>
                </a:lnTo>
                <a:cubicBezTo>
                  <a:pt x="66" y="136"/>
                  <a:pt x="66" y="136"/>
                  <a:pt x="65" y="136"/>
                </a:cubicBezTo>
                <a:cubicBezTo>
                  <a:pt x="65" y="136"/>
                  <a:pt x="64" y="137"/>
                  <a:pt x="63" y="138"/>
                </a:cubicBezTo>
                <a:lnTo>
                  <a:pt x="52" y="151"/>
                </a:lnTo>
                <a:cubicBezTo>
                  <a:pt x="51" y="152"/>
                  <a:pt x="51" y="153"/>
                  <a:pt x="50" y="153"/>
                </a:cubicBezTo>
                <a:cubicBezTo>
                  <a:pt x="50" y="153"/>
                  <a:pt x="50" y="153"/>
                  <a:pt x="50" y="154"/>
                </a:cubicBezTo>
                <a:cubicBezTo>
                  <a:pt x="50" y="154"/>
                  <a:pt x="50" y="155"/>
                  <a:pt x="51" y="155"/>
                </a:cubicBezTo>
                <a:close/>
              </a:path>
              <a:path w="336" h="189">
                <a:moveTo>
                  <a:pt x="81" y="143"/>
                </a:moveTo>
                <a:lnTo>
                  <a:pt x="80" y="143"/>
                </a:lnTo>
                <a:cubicBezTo>
                  <a:pt x="80" y="143"/>
                  <a:pt x="79" y="143"/>
                  <a:pt x="79" y="144"/>
                </a:cubicBezTo>
                <a:cubicBezTo>
                  <a:pt x="78" y="144"/>
                  <a:pt x="78" y="145"/>
                  <a:pt x="77" y="146"/>
                </a:cubicBezTo>
                <a:lnTo>
                  <a:pt x="61" y="163"/>
                </a:lnTo>
                <a:lnTo>
                  <a:pt x="61" y="162"/>
                </a:lnTo>
                <a:lnTo>
                  <a:pt x="68" y="140"/>
                </a:lnTo>
                <a:cubicBezTo>
                  <a:pt x="69" y="139"/>
                  <a:pt x="69" y="139"/>
                  <a:pt x="69" y="138"/>
                </a:cubicBezTo>
                <a:cubicBezTo>
                  <a:pt x="69" y="138"/>
                  <a:pt x="69" y="137"/>
                  <a:pt x="69" y="137"/>
                </a:cubicBezTo>
                <a:cubicBezTo>
                  <a:pt x="69" y="137"/>
                  <a:pt x="69" y="137"/>
                  <a:pt x="68" y="136"/>
                </a:cubicBezTo>
                <a:lnTo>
                  <a:pt x="69" y="136"/>
                </a:lnTo>
                <a:lnTo>
                  <a:pt x="73" y="138"/>
                </a:lnTo>
                <a:lnTo>
                  <a:pt x="73" y="139"/>
                </a:lnTo>
                <a:cubicBezTo>
                  <a:pt x="72" y="139"/>
                  <a:pt x="72" y="139"/>
                  <a:pt x="72" y="139"/>
                </a:cubicBezTo>
                <a:cubicBezTo>
                  <a:pt x="71" y="139"/>
                  <a:pt x="71" y="139"/>
                  <a:pt x="71" y="140"/>
                </a:cubicBezTo>
                <a:cubicBezTo>
                  <a:pt x="71" y="140"/>
                  <a:pt x="70" y="141"/>
                  <a:pt x="70" y="143"/>
                </a:cubicBezTo>
                <a:lnTo>
                  <a:pt x="65" y="158"/>
                </a:lnTo>
                <a:lnTo>
                  <a:pt x="75" y="146"/>
                </a:lnTo>
                <a:cubicBezTo>
                  <a:pt x="76" y="145"/>
                  <a:pt x="77" y="144"/>
                  <a:pt x="77" y="144"/>
                </a:cubicBezTo>
                <a:cubicBezTo>
                  <a:pt x="77" y="143"/>
                  <a:pt x="77" y="143"/>
                  <a:pt x="77" y="143"/>
                </a:cubicBezTo>
                <a:cubicBezTo>
                  <a:pt x="77" y="142"/>
                  <a:pt x="77" y="142"/>
                  <a:pt x="77" y="141"/>
                </a:cubicBezTo>
                <a:cubicBezTo>
                  <a:pt x="77" y="141"/>
                  <a:pt x="77" y="141"/>
                  <a:pt x="77" y="141"/>
                </a:cubicBezTo>
                <a:lnTo>
                  <a:pt x="81" y="143"/>
                </a:lnTo>
                <a:close/>
              </a:path>
              <a:path w="336" h="189">
                <a:moveTo>
                  <a:pt x="153" y="160"/>
                </a:moveTo>
                <a:cubicBezTo>
                  <a:pt x="155" y="160"/>
                  <a:pt x="156" y="161"/>
                  <a:pt x="157" y="164"/>
                </a:cubicBezTo>
                <a:cubicBezTo>
                  <a:pt x="159" y="166"/>
                  <a:pt x="159" y="170"/>
                  <a:pt x="159" y="174"/>
                </a:cubicBezTo>
                <a:cubicBezTo>
                  <a:pt x="159" y="178"/>
                  <a:pt x="159" y="181"/>
                  <a:pt x="157" y="184"/>
                </a:cubicBezTo>
                <a:cubicBezTo>
                  <a:pt x="156" y="186"/>
                  <a:pt x="155" y="187"/>
                  <a:pt x="153" y="187"/>
                </a:cubicBezTo>
                <a:cubicBezTo>
                  <a:pt x="151" y="187"/>
                  <a:pt x="150" y="186"/>
                  <a:pt x="148" y="184"/>
                </a:cubicBezTo>
                <a:cubicBezTo>
                  <a:pt x="147" y="181"/>
                  <a:pt x="147" y="178"/>
                  <a:pt x="147" y="174"/>
                </a:cubicBezTo>
                <a:cubicBezTo>
                  <a:pt x="147" y="169"/>
                  <a:pt x="147" y="166"/>
                  <a:pt x="149" y="163"/>
                </a:cubicBezTo>
                <a:cubicBezTo>
                  <a:pt x="150" y="161"/>
                  <a:pt x="151" y="160"/>
                  <a:pt x="153" y="160"/>
                </a:cubicBezTo>
                <a:close/>
                <a:moveTo>
                  <a:pt x="153" y="161"/>
                </a:moveTo>
                <a:cubicBezTo>
                  <a:pt x="152" y="161"/>
                  <a:pt x="151" y="162"/>
                  <a:pt x="150" y="164"/>
                </a:cubicBezTo>
                <a:cubicBezTo>
                  <a:pt x="149" y="166"/>
                  <a:pt x="149" y="169"/>
                  <a:pt x="149" y="174"/>
                </a:cubicBezTo>
                <a:cubicBezTo>
                  <a:pt x="149" y="178"/>
                  <a:pt x="149" y="181"/>
                  <a:pt x="150" y="183"/>
                </a:cubicBezTo>
                <a:cubicBezTo>
                  <a:pt x="151" y="185"/>
                  <a:pt x="152" y="186"/>
                  <a:pt x="153" y="186"/>
                </a:cubicBezTo>
                <a:cubicBezTo>
                  <a:pt x="154" y="186"/>
                  <a:pt x="155" y="185"/>
                  <a:pt x="156" y="183"/>
                </a:cubicBezTo>
                <a:cubicBezTo>
                  <a:pt x="157" y="181"/>
                  <a:pt x="157" y="178"/>
                  <a:pt x="157" y="174"/>
                </a:cubicBezTo>
                <a:cubicBezTo>
                  <a:pt x="157" y="170"/>
                  <a:pt x="157" y="166"/>
                  <a:pt x="156" y="164"/>
                </a:cubicBezTo>
                <a:cubicBezTo>
                  <a:pt x="155" y="162"/>
                  <a:pt x="154" y="161"/>
                  <a:pt x="153" y="161"/>
                </a:cubicBezTo>
                <a:close/>
              </a:path>
              <a:path w="336" h="189">
                <a:moveTo>
                  <a:pt x="165" y="162"/>
                </a:moveTo>
                <a:lnTo>
                  <a:pt x="165" y="172"/>
                </a:lnTo>
                <a:lnTo>
                  <a:pt x="167" y="172"/>
                </a:lnTo>
                <a:cubicBezTo>
                  <a:pt x="168" y="172"/>
                  <a:pt x="168" y="172"/>
                  <a:pt x="168" y="172"/>
                </a:cubicBezTo>
                <a:cubicBezTo>
                  <a:pt x="168" y="171"/>
                  <a:pt x="169" y="170"/>
                  <a:pt x="169" y="169"/>
                </a:cubicBezTo>
                <a:lnTo>
                  <a:pt x="169" y="178"/>
                </a:lnTo>
                <a:cubicBezTo>
                  <a:pt x="169" y="177"/>
                  <a:pt x="169" y="176"/>
                  <a:pt x="169" y="175"/>
                </a:cubicBezTo>
                <a:cubicBezTo>
                  <a:pt x="168" y="175"/>
                  <a:pt x="168" y="175"/>
                  <a:pt x="168" y="174"/>
                </a:cubicBezTo>
                <a:cubicBezTo>
                  <a:pt x="168" y="174"/>
                  <a:pt x="167" y="174"/>
                  <a:pt x="167" y="174"/>
                </a:cubicBezTo>
                <a:lnTo>
                  <a:pt x="165" y="174"/>
                </a:lnTo>
                <a:lnTo>
                  <a:pt x="165" y="182"/>
                </a:lnTo>
                <a:cubicBezTo>
                  <a:pt x="165" y="184"/>
                  <a:pt x="165" y="184"/>
                  <a:pt x="165" y="185"/>
                </a:cubicBezTo>
                <a:cubicBezTo>
                  <a:pt x="165" y="185"/>
                  <a:pt x="165" y="185"/>
                  <a:pt x="165" y="186"/>
                </a:cubicBezTo>
                <a:cubicBezTo>
                  <a:pt x="165" y="186"/>
                  <a:pt x="166" y="186"/>
                  <a:pt x="166" y="186"/>
                </a:cubicBezTo>
                <a:lnTo>
                  <a:pt x="167" y="186"/>
                </a:lnTo>
                <a:lnTo>
                  <a:pt x="167" y="187"/>
                </a:lnTo>
                <a:lnTo>
                  <a:pt x="161" y="187"/>
                </a:lnTo>
                <a:lnTo>
                  <a:pt x="161" y="186"/>
                </a:lnTo>
                <a:cubicBezTo>
                  <a:pt x="162" y="186"/>
                  <a:pt x="162" y="186"/>
                  <a:pt x="163" y="185"/>
                </a:cubicBezTo>
                <a:cubicBezTo>
                  <a:pt x="163" y="185"/>
                  <a:pt x="163" y="184"/>
                  <a:pt x="163" y="182"/>
                </a:cubicBezTo>
                <a:lnTo>
                  <a:pt x="163" y="165"/>
                </a:lnTo>
                <a:cubicBezTo>
                  <a:pt x="163" y="164"/>
                  <a:pt x="163" y="163"/>
                  <a:pt x="163" y="163"/>
                </a:cubicBezTo>
                <a:cubicBezTo>
                  <a:pt x="163" y="162"/>
                  <a:pt x="162" y="162"/>
                  <a:pt x="162" y="162"/>
                </a:cubicBezTo>
                <a:cubicBezTo>
                  <a:pt x="162" y="161"/>
                  <a:pt x="162" y="161"/>
                  <a:pt x="161" y="161"/>
                </a:cubicBezTo>
                <a:lnTo>
                  <a:pt x="171" y="161"/>
                </a:lnTo>
                <a:lnTo>
                  <a:pt x="171" y="166"/>
                </a:lnTo>
                <a:lnTo>
                  <a:pt x="170" y="166"/>
                </a:lnTo>
                <a:cubicBezTo>
                  <a:pt x="170" y="165"/>
                  <a:pt x="170" y="164"/>
                  <a:pt x="170" y="164"/>
                </a:cubicBezTo>
                <a:cubicBezTo>
                  <a:pt x="170" y="163"/>
                  <a:pt x="169" y="163"/>
                  <a:pt x="169" y="162"/>
                </a:cubicBezTo>
                <a:cubicBezTo>
                  <a:pt x="169" y="162"/>
                  <a:pt x="168" y="162"/>
                  <a:pt x="168" y="162"/>
                </a:cubicBezTo>
                <a:lnTo>
                  <a:pt x="165" y="162"/>
                </a:lnTo>
                <a:close/>
              </a:path>
              <a:path w="336" h="189">
                <a:moveTo>
                  <a:pt x="92" y="176"/>
                </a:moveTo>
                <a:lnTo>
                  <a:pt x="89" y="175"/>
                </a:lnTo>
                <a:lnTo>
                  <a:pt x="91" y="162"/>
                </a:lnTo>
                <a:cubicBezTo>
                  <a:pt x="90" y="162"/>
                  <a:pt x="90" y="161"/>
                  <a:pt x="90" y="161"/>
                </a:cubicBezTo>
                <a:cubicBezTo>
                  <a:pt x="90" y="161"/>
                  <a:pt x="90" y="161"/>
                  <a:pt x="90" y="161"/>
                </a:cubicBezTo>
                <a:cubicBezTo>
                  <a:pt x="90" y="161"/>
                  <a:pt x="90" y="161"/>
                  <a:pt x="89" y="161"/>
                </a:cubicBezTo>
                <a:lnTo>
                  <a:pt x="86" y="168"/>
                </a:lnTo>
                <a:cubicBezTo>
                  <a:pt x="85" y="169"/>
                  <a:pt x="85" y="170"/>
                  <a:pt x="84" y="171"/>
                </a:cubicBezTo>
                <a:cubicBezTo>
                  <a:pt x="84" y="171"/>
                  <a:pt x="85" y="172"/>
                  <a:pt x="85" y="172"/>
                </a:cubicBezTo>
                <a:lnTo>
                  <a:pt x="85" y="173"/>
                </a:lnTo>
                <a:lnTo>
                  <a:pt x="80" y="170"/>
                </a:lnTo>
                <a:lnTo>
                  <a:pt x="81" y="169"/>
                </a:lnTo>
                <a:lnTo>
                  <a:pt x="81" y="170"/>
                </a:lnTo>
                <a:cubicBezTo>
                  <a:pt x="81" y="170"/>
                  <a:pt x="82" y="170"/>
                  <a:pt x="83" y="169"/>
                </a:cubicBezTo>
                <a:cubicBezTo>
                  <a:pt x="83" y="169"/>
                  <a:pt x="83" y="168"/>
                  <a:pt x="84" y="167"/>
                </a:cubicBezTo>
                <a:lnTo>
                  <a:pt x="92" y="152"/>
                </a:lnTo>
                <a:cubicBezTo>
                  <a:pt x="93" y="151"/>
                  <a:pt x="94" y="150"/>
                  <a:pt x="94" y="149"/>
                </a:cubicBezTo>
                <a:cubicBezTo>
                  <a:pt x="94" y="149"/>
                  <a:pt x="94" y="148"/>
                  <a:pt x="93" y="148"/>
                </a:cubicBezTo>
                <a:lnTo>
                  <a:pt x="93" y="147"/>
                </a:lnTo>
                <a:lnTo>
                  <a:pt x="97" y="149"/>
                </a:lnTo>
                <a:cubicBezTo>
                  <a:pt x="98" y="150"/>
                  <a:pt x="99" y="151"/>
                  <a:pt x="100" y="151"/>
                </a:cubicBezTo>
                <a:cubicBezTo>
                  <a:pt x="100" y="152"/>
                  <a:pt x="100" y="153"/>
                  <a:pt x="100" y="154"/>
                </a:cubicBezTo>
                <a:cubicBezTo>
                  <a:pt x="100" y="155"/>
                  <a:pt x="99" y="157"/>
                  <a:pt x="99" y="158"/>
                </a:cubicBezTo>
                <a:cubicBezTo>
                  <a:pt x="98" y="159"/>
                  <a:pt x="97" y="160"/>
                  <a:pt x="96" y="161"/>
                </a:cubicBezTo>
                <a:cubicBezTo>
                  <a:pt x="95" y="162"/>
                  <a:pt x="94" y="162"/>
                  <a:pt x="93" y="162"/>
                </a:cubicBezTo>
                <a:lnTo>
                  <a:pt x="91" y="170"/>
                </a:lnTo>
                <a:cubicBezTo>
                  <a:pt x="91" y="172"/>
                  <a:pt x="91" y="173"/>
                  <a:pt x="91" y="174"/>
                </a:cubicBezTo>
                <a:cubicBezTo>
                  <a:pt x="91" y="175"/>
                  <a:pt x="91" y="175"/>
                  <a:pt x="92" y="176"/>
                </a:cubicBezTo>
                <a:close/>
                <a:moveTo>
                  <a:pt x="90" y="160"/>
                </a:moveTo>
                <a:cubicBezTo>
                  <a:pt x="90" y="160"/>
                  <a:pt x="90" y="160"/>
                  <a:pt x="90" y="160"/>
                </a:cubicBezTo>
                <a:cubicBezTo>
                  <a:pt x="90" y="160"/>
                  <a:pt x="90" y="160"/>
                  <a:pt x="91" y="160"/>
                </a:cubicBezTo>
                <a:cubicBezTo>
                  <a:pt x="92" y="161"/>
                  <a:pt x="93" y="161"/>
                  <a:pt x="94" y="160"/>
                </a:cubicBezTo>
                <a:cubicBezTo>
                  <a:pt x="95" y="160"/>
                  <a:pt x="96" y="158"/>
                  <a:pt x="97" y="157"/>
                </a:cubicBezTo>
                <a:cubicBezTo>
                  <a:pt x="97" y="156"/>
                  <a:pt x="98" y="154"/>
                  <a:pt x="98" y="153"/>
                </a:cubicBezTo>
                <a:cubicBezTo>
                  <a:pt x="98" y="152"/>
                  <a:pt x="98" y="151"/>
                  <a:pt x="97" y="151"/>
                </a:cubicBezTo>
                <a:cubicBezTo>
                  <a:pt x="97" y="151"/>
                  <a:pt x="96" y="150"/>
                  <a:pt x="95" y="150"/>
                </a:cubicBezTo>
                <a:lnTo>
                  <a:pt x="90" y="160"/>
                </a:lnTo>
                <a:close/>
              </a:path>
              <a:path w="336" h="189">
                <a:moveTo>
                  <a:pt x="110" y="153"/>
                </a:moveTo>
                <a:lnTo>
                  <a:pt x="107" y="161"/>
                </a:lnTo>
                <a:cubicBezTo>
                  <a:pt x="107" y="160"/>
                  <a:pt x="108" y="158"/>
                  <a:pt x="108" y="157"/>
                </a:cubicBezTo>
                <a:cubicBezTo>
                  <a:pt x="108" y="156"/>
                  <a:pt x="108" y="155"/>
                  <a:pt x="107" y="154"/>
                </a:cubicBezTo>
                <a:cubicBezTo>
                  <a:pt x="107" y="154"/>
                  <a:pt x="107" y="153"/>
                  <a:pt x="106" y="153"/>
                </a:cubicBezTo>
                <a:cubicBezTo>
                  <a:pt x="105" y="153"/>
                  <a:pt x="105" y="153"/>
                  <a:pt x="104" y="154"/>
                </a:cubicBezTo>
                <a:cubicBezTo>
                  <a:pt x="103" y="154"/>
                  <a:pt x="103" y="155"/>
                  <a:pt x="103" y="156"/>
                </a:cubicBezTo>
                <a:cubicBezTo>
                  <a:pt x="102" y="157"/>
                  <a:pt x="102" y="157"/>
                  <a:pt x="102" y="158"/>
                </a:cubicBezTo>
                <a:cubicBezTo>
                  <a:pt x="102" y="159"/>
                  <a:pt x="103" y="161"/>
                  <a:pt x="104" y="163"/>
                </a:cubicBezTo>
                <a:cubicBezTo>
                  <a:pt x="104" y="164"/>
                  <a:pt x="105" y="166"/>
                  <a:pt x="105" y="166"/>
                </a:cubicBezTo>
                <a:cubicBezTo>
                  <a:pt x="105" y="167"/>
                  <a:pt x="105" y="168"/>
                  <a:pt x="105" y="169"/>
                </a:cubicBezTo>
                <a:cubicBezTo>
                  <a:pt x="105" y="170"/>
                  <a:pt x="105" y="171"/>
                  <a:pt x="104" y="172"/>
                </a:cubicBezTo>
                <a:cubicBezTo>
                  <a:pt x="104" y="174"/>
                  <a:pt x="103" y="175"/>
                  <a:pt x="101" y="177"/>
                </a:cubicBezTo>
                <a:cubicBezTo>
                  <a:pt x="100" y="178"/>
                  <a:pt x="99" y="178"/>
                  <a:pt x="98" y="178"/>
                </a:cubicBezTo>
                <a:cubicBezTo>
                  <a:pt x="97" y="177"/>
                  <a:pt x="97" y="177"/>
                  <a:pt x="97" y="177"/>
                </a:cubicBezTo>
                <a:cubicBezTo>
                  <a:pt x="97" y="177"/>
                  <a:pt x="96" y="177"/>
                  <a:pt x="96" y="176"/>
                </a:cubicBezTo>
                <a:cubicBezTo>
                  <a:pt x="96" y="175"/>
                  <a:pt x="95" y="175"/>
                  <a:pt x="95" y="175"/>
                </a:cubicBezTo>
                <a:cubicBezTo>
                  <a:pt x="95" y="175"/>
                  <a:pt x="95" y="175"/>
                  <a:pt x="95" y="175"/>
                </a:cubicBezTo>
                <a:cubicBezTo>
                  <a:pt x="94" y="175"/>
                  <a:pt x="94" y="176"/>
                  <a:pt x="94" y="176"/>
                </a:cubicBezTo>
                <a:lnTo>
                  <a:pt x="97" y="168"/>
                </a:lnTo>
                <a:cubicBezTo>
                  <a:pt x="97" y="170"/>
                  <a:pt x="96" y="171"/>
                  <a:pt x="96" y="172"/>
                </a:cubicBezTo>
                <a:cubicBezTo>
                  <a:pt x="96" y="173"/>
                  <a:pt x="96" y="174"/>
                  <a:pt x="97" y="175"/>
                </a:cubicBezTo>
                <a:cubicBezTo>
                  <a:pt x="97" y="175"/>
                  <a:pt x="98" y="176"/>
                  <a:pt x="98" y="176"/>
                </a:cubicBezTo>
                <a:cubicBezTo>
                  <a:pt x="99" y="176"/>
                  <a:pt x="100" y="176"/>
                  <a:pt x="100" y="176"/>
                </a:cubicBezTo>
                <a:cubicBezTo>
                  <a:pt x="101" y="175"/>
                  <a:pt x="102" y="174"/>
                  <a:pt x="102" y="173"/>
                </a:cubicBezTo>
                <a:cubicBezTo>
                  <a:pt x="102" y="172"/>
                  <a:pt x="102" y="172"/>
                  <a:pt x="103" y="171"/>
                </a:cubicBezTo>
                <a:cubicBezTo>
                  <a:pt x="103" y="170"/>
                  <a:pt x="103" y="170"/>
                  <a:pt x="102" y="169"/>
                </a:cubicBezTo>
                <a:cubicBezTo>
                  <a:pt x="102" y="169"/>
                  <a:pt x="102" y="168"/>
                  <a:pt x="101" y="166"/>
                </a:cubicBezTo>
                <a:cubicBezTo>
                  <a:pt x="101" y="164"/>
                  <a:pt x="100" y="163"/>
                  <a:pt x="100" y="162"/>
                </a:cubicBezTo>
                <a:cubicBezTo>
                  <a:pt x="100" y="161"/>
                  <a:pt x="100" y="161"/>
                  <a:pt x="100" y="160"/>
                </a:cubicBezTo>
                <a:cubicBezTo>
                  <a:pt x="100" y="159"/>
                  <a:pt x="100" y="158"/>
                  <a:pt x="101" y="157"/>
                </a:cubicBezTo>
                <a:cubicBezTo>
                  <a:pt x="101" y="155"/>
                  <a:pt x="102" y="153"/>
                  <a:pt x="103" y="152"/>
                </a:cubicBezTo>
                <a:cubicBezTo>
                  <a:pt x="105" y="151"/>
                  <a:pt x="106" y="151"/>
                  <a:pt x="107" y="151"/>
                </a:cubicBezTo>
                <a:cubicBezTo>
                  <a:pt x="107" y="152"/>
                  <a:pt x="108" y="152"/>
                  <a:pt x="108" y="153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09" y="154"/>
                  <a:pt x="109" y="154"/>
                  <a:pt x="109" y="154"/>
                </a:cubicBezTo>
                <a:cubicBezTo>
                  <a:pt x="110" y="154"/>
                  <a:pt x="110" y="153"/>
                  <a:pt x="110" y="153"/>
                </a:cubicBezTo>
                <a:close/>
              </a:path>
              <a:path w="336" h="189">
                <a:moveTo>
                  <a:pt x="138" y="160"/>
                </a:moveTo>
                <a:lnTo>
                  <a:pt x="143" y="160"/>
                </a:lnTo>
                <a:lnTo>
                  <a:pt x="143" y="161"/>
                </a:lnTo>
                <a:lnTo>
                  <a:pt x="142" y="161"/>
                </a:lnTo>
                <a:cubicBezTo>
                  <a:pt x="142" y="161"/>
                  <a:pt x="142" y="161"/>
                  <a:pt x="142" y="161"/>
                </a:cubicBezTo>
                <a:cubicBezTo>
                  <a:pt x="141" y="162"/>
                  <a:pt x="141" y="162"/>
                  <a:pt x="141" y="163"/>
                </a:cubicBezTo>
                <a:cubicBezTo>
                  <a:pt x="140" y="163"/>
                  <a:pt x="140" y="164"/>
                  <a:pt x="139" y="165"/>
                </a:cubicBezTo>
                <a:lnTo>
                  <a:pt x="135" y="175"/>
                </a:lnTo>
                <a:lnTo>
                  <a:pt x="134" y="181"/>
                </a:lnTo>
                <a:cubicBezTo>
                  <a:pt x="134" y="183"/>
                  <a:pt x="134" y="184"/>
                  <a:pt x="134" y="184"/>
                </a:cubicBezTo>
                <a:cubicBezTo>
                  <a:pt x="135" y="185"/>
                  <a:pt x="135" y="185"/>
                  <a:pt x="135" y="185"/>
                </a:cubicBezTo>
                <a:lnTo>
                  <a:pt x="136" y="185"/>
                </a:lnTo>
                <a:lnTo>
                  <a:pt x="136" y="186"/>
                </a:lnTo>
                <a:lnTo>
                  <a:pt x="130" y="185"/>
                </a:lnTo>
                <a:lnTo>
                  <a:pt x="131" y="185"/>
                </a:lnTo>
                <a:cubicBezTo>
                  <a:pt x="131" y="185"/>
                  <a:pt x="132" y="184"/>
                  <a:pt x="132" y="184"/>
                </a:cubicBezTo>
                <a:cubicBezTo>
                  <a:pt x="132" y="183"/>
                  <a:pt x="132" y="183"/>
                  <a:pt x="133" y="181"/>
                </a:cubicBezTo>
                <a:lnTo>
                  <a:pt x="133" y="175"/>
                </a:lnTo>
                <a:lnTo>
                  <a:pt x="131" y="164"/>
                </a:lnTo>
                <a:cubicBezTo>
                  <a:pt x="131" y="162"/>
                  <a:pt x="130" y="161"/>
                  <a:pt x="130" y="161"/>
                </a:cubicBezTo>
                <a:cubicBezTo>
                  <a:pt x="130" y="161"/>
                  <a:pt x="130" y="160"/>
                  <a:pt x="130" y="160"/>
                </a:cubicBezTo>
                <a:cubicBezTo>
                  <a:pt x="129" y="160"/>
                  <a:pt x="129" y="160"/>
                  <a:pt x="129" y="159"/>
                </a:cubicBezTo>
                <a:lnTo>
                  <a:pt x="135" y="159"/>
                </a:lnTo>
                <a:lnTo>
                  <a:pt x="135" y="160"/>
                </a:lnTo>
                <a:lnTo>
                  <a:pt x="134" y="160"/>
                </a:lnTo>
                <a:cubicBezTo>
                  <a:pt x="134" y="160"/>
                  <a:pt x="134" y="160"/>
                  <a:pt x="133" y="160"/>
                </a:cubicBezTo>
                <a:cubicBezTo>
                  <a:pt x="133" y="161"/>
                  <a:pt x="133" y="161"/>
                  <a:pt x="133" y="162"/>
                </a:cubicBezTo>
                <a:cubicBezTo>
                  <a:pt x="133" y="162"/>
                  <a:pt x="133" y="163"/>
                  <a:pt x="133" y="164"/>
                </a:cubicBezTo>
                <a:lnTo>
                  <a:pt x="135" y="173"/>
                </a:lnTo>
                <a:lnTo>
                  <a:pt x="138" y="165"/>
                </a:lnTo>
                <a:cubicBezTo>
                  <a:pt x="139" y="164"/>
                  <a:pt x="139" y="163"/>
                  <a:pt x="139" y="163"/>
                </a:cubicBezTo>
                <a:cubicBezTo>
                  <a:pt x="139" y="162"/>
                  <a:pt x="139" y="162"/>
                  <a:pt x="139" y="162"/>
                </a:cubicBezTo>
                <a:cubicBezTo>
                  <a:pt x="139" y="161"/>
                  <a:pt x="139" y="161"/>
                  <a:pt x="139" y="161"/>
                </a:cubicBezTo>
                <a:cubicBezTo>
                  <a:pt x="139" y="161"/>
                  <a:pt x="139" y="161"/>
                  <a:pt x="138" y="161"/>
                </a:cubicBezTo>
                <a:lnTo>
                  <a:pt x="138" y="160"/>
                </a:lnTo>
                <a:close/>
              </a:path>
              <a:path w="336" h="189">
                <a:moveTo>
                  <a:pt x="84" y="146"/>
                </a:moveTo>
                <a:lnTo>
                  <a:pt x="79" y="155"/>
                </a:lnTo>
                <a:lnTo>
                  <a:pt x="82" y="156"/>
                </a:lnTo>
                <a:cubicBezTo>
                  <a:pt x="83" y="157"/>
                  <a:pt x="83" y="157"/>
                  <a:pt x="84" y="156"/>
                </a:cubicBezTo>
                <a:cubicBezTo>
                  <a:pt x="84" y="156"/>
                  <a:pt x="85" y="155"/>
                  <a:pt x="86" y="154"/>
                </a:cubicBezTo>
                <a:lnTo>
                  <a:pt x="82" y="162"/>
                </a:lnTo>
                <a:lnTo>
                  <a:pt x="81" y="162"/>
                </a:lnTo>
                <a:cubicBezTo>
                  <a:pt x="82" y="161"/>
                  <a:pt x="82" y="160"/>
                  <a:pt x="82" y="160"/>
                </a:cubicBezTo>
                <a:cubicBezTo>
                  <a:pt x="82" y="159"/>
                  <a:pt x="82" y="159"/>
                  <a:pt x="82" y="158"/>
                </a:cubicBezTo>
                <a:cubicBezTo>
                  <a:pt x="82" y="158"/>
                  <a:pt x="82" y="158"/>
                  <a:pt x="81" y="157"/>
                </a:cubicBezTo>
                <a:lnTo>
                  <a:pt x="79" y="156"/>
                </a:lnTo>
                <a:lnTo>
                  <a:pt x="75" y="164"/>
                </a:lnTo>
                <a:cubicBezTo>
                  <a:pt x="74" y="165"/>
                  <a:pt x="74" y="165"/>
                  <a:pt x="74" y="166"/>
                </a:cubicBezTo>
                <a:cubicBezTo>
                  <a:pt x="74" y="166"/>
                  <a:pt x="74" y="166"/>
                  <a:pt x="74" y="166"/>
                </a:cubicBezTo>
                <a:cubicBezTo>
                  <a:pt x="74" y="166"/>
                  <a:pt x="74" y="167"/>
                  <a:pt x="74" y="167"/>
                </a:cubicBezTo>
                <a:lnTo>
                  <a:pt x="76" y="168"/>
                </a:lnTo>
                <a:cubicBezTo>
                  <a:pt x="77" y="168"/>
                  <a:pt x="77" y="168"/>
                  <a:pt x="78" y="168"/>
                </a:cubicBezTo>
                <a:cubicBezTo>
                  <a:pt x="78" y="168"/>
                  <a:pt x="79" y="168"/>
                  <a:pt x="79" y="168"/>
                </a:cubicBezTo>
                <a:cubicBezTo>
                  <a:pt x="80" y="167"/>
                  <a:pt x="81" y="166"/>
                  <a:pt x="82" y="165"/>
                </a:cubicBezTo>
                <a:lnTo>
                  <a:pt x="78" y="171"/>
                </a:lnTo>
                <a:lnTo>
                  <a:pt x="69" y="166"/>
                </a:lnTo>
                <a:lnTo>
                  <a:pt x="70" y="165"/>
                </a:lnTo>
                <a:cubicBezTo>
                  <a:pt x="70" y="166"/>
                  <a:pt x="71" y="166"/>
                  <a:pt x="71" y="165"/>
                </a:cubicBezTo>
                <a:cubicBezTo>
                  <a:pt x="71" y="165"/>
                  <a:pt x="72" y="165"/>
                  <a:pt x="72" y="165"/>
                </a:cubicBezTo>
                <a:cubicBezTo>
                  <a:pt x="72" y="164"/>
                  <a:pt x="73" y="164"/>
                  <a:pt x="73" y="163"/>
                </a:cubicBezTo>
                <a:lnTo>
                  <a:pt x="81" y="148"/>
                </a:lnTo>
                <a:cubicBezTo>
                  <a:pt x="82" y="146"/>
                  <a:pt x="82" y="145"/>
                  <a:pt x="82" y="145"/>
                </a:cubicBezTo>
                <a:cubicBezTo>
                  <a:pt x="82" y="144"/>
                  <a:pt x="82" y="144"/>
                  <a:pt x="82" y="144"/>
                </a:cubicBezTo>
                <a:lnTo>
                  <a:pt x="81" y="143"/>
                </a:lnTo>
                <a:lnTo>
                  <a:pt x="82" y="143"/>
                </a:lnTo>
                <a:lnTo>
                  <a:pt x="91" y="147"/>
                </a:lnTo>
                <a:lnTo>
                  <a:pt x="88" y="153"/>
                </a:lnTo>
                <a:lnTo>
                  <a:pt x="88" y="152"/>
                </a:lnTo>
                <a:cubicBezTo>
                  <a:pt x="88" y="151"/>
                  <a:pt x="89" y="150"/>
                  <a:pt x="89" y="150"/>
                </a:cubicBezTo>
                <a:cubicBezTo>
                  <a:pt x="89" y="149"/>
                  <a:pt x="89" y="149"/>
                  <a:pt x="89" y="148"/>
                </a:cubicBezTo>
                <a:cubicBezTo>
                  <a:pt x="88" y="148"/>
                  <a:pt x="88" y="148"/>
                  <a:pt x="87" y="147"/>
                </a:cubicBezTo>
                <a:lnTo>
                  <a:pt x="84" y="146"/>
                </a:lnTo>
                <a:close/>
              </a:path>
              <a:path w="336" h="189">
                <a:moveTo>
                  <a:pt x="108" y="180"/>
                </a:moveTo>
                <a:lnTo>
                  <a:pt x="108" y="180"/>
                </a:lnTo>
                <a:lnTo>
                  <a:pt x="103" y="178"/>
                </a:lnTo>
                <a:lnTo>
                  <a:pt x="103" y="177"/>
                </a:lnTo>
                <a:lnTo>
                  <a:pt x="104" y="178"/>
                </a:lnTo>
                <a:cubicBezTo>
                  <a:pt x="104" y="178"/>
                  <a:pt x="105" y="178"/>
                  <a:pt x="105" y="177"/>
                </a:cubicBezTo>
                <a:cubicBezTo>
                  <a:pt x="105" y="177"/>
                  <a:pt x="106" y="176"/>
                  <a:pt x="106" y="174"/>
                </a:cubicBezTo>
                <a:lnTo>
                  <a:pt x="113" y="159"/>
                </a:lnTo>
                <a:cubicBezTo>
                  <a:pt x="113" y="157"/>
                  <a:pt x="113" y="157"/>
                  <a:pt x="113" y="156"/>
                </a:cubicBezTo>
                <a:cubicBezTo>
                  <a:pt x="113" y="156"/>
                  <a:pt x="113" y="156"/>
                  <a:pt x="113" y="155"/>
                </a:cubicBezTo>
                <a:cubicBezTo>
                  <a:pt x="113" y="155"/>
                  <a:pt x="113" y="155"/>
                  <a:pt x="113" y="154"/>
                </a:cubicBezTo>
                <a:lnTo>
                  <a:pt x="112" y="154"/>
                </a:lnTo>
                <a:lnTo>
                  <a:pt x="113" y="154"/>
                </a:lnTo>
                <a:lnTo>
                  <a:pt x="118" y="156"/>
                </a:lnTo>
                <a:lnTo>
                  <a:pt x="117" y="156"/>
                </a:lnTo>
                <a:cubicBezTo>
                  <a:pt x="117" y="156"/>
                  <a:pt x="116" y="156"/>
                  <a:pt x="116" y="157"/>
                </a:cubicBezTo>
                <a:cubicBezTo>
                  <a:pt x="115" y="157"/>
                  <a:pt x="115" y="158"/>
                  <a:pt x="114" y="159"/>
                </a:cubicBezTo>
                <a:lnTo>
                  <a:pt x="108" y="175"/>
                </a:lnTo>
                <a:cubicBezTo>
                  <a:pt x="108" y="176"/>
                  <a:pt x="107" y="177"/>
                  <a:pt x="107" y="178"/>
                </a:cubicBezTo>
                <a:cubicBezTo>
                  <a:pt x="107" y="178"/>
                  <a:pt x="107" y="178"/>
                  <a:pt x="107" y="179"/>
                </a:cubicBezTo>
                <a:cubicBezTo>
                  <a:pt x="107" y="179"/>
                  <a:pt x="108" y="179"/>
                  <a:pt x="108" y="179"/>
                </a:cubicBezTo>
                <a:lnTo>
                  <a:pt x="108" y="180"/>
                </a:lnTo>
                <a:close/>
              </a:path>
              <a:path w="336" h="189">
                <a:moveTo>
                  <a:pt x="129" y="158"/>
                </a:moveTo>
                <a:lnTo>
                  <a:pt x="128" y="164"/>
                </a:lnTo>
                <a:cubicBezTo>
                  <a:pt x="128" y="163"/>
                  <a:pt x="128" y="162"/>
                  <a:pt x="128" y="162"/>
                </a:cubicBezTo>
                <a:cubicBezTo>
                  <a:pt x="128" y="161"/>
                  <a:pt x="128" y="161"/>
                  <a:pt x="128" y="160"/>
                </a:cubicBezTo>
                <a:cubicBezTo>
                  <a:pt x="127" y="160"/>
                  <a:pt x="127" y="159"/>
                  <a:pt x="126" y="159"/>
                </a:cubicBezTo>
                <a:lnTo>
                  <a:pt x="125" y="159"/>
                </a:lnTo>
                <a:lnTo>
                  <a:pt x="120" y="178"/>
                </a:lnTo>
                <a:cubicBezTo>
                  <a:pt x="119" y="180"/>
                  <a:pt x="119" y="181"/>
                  <a:pt x="119" y="181"/>
                </a:cubicBezTo>
                <a:cubicBezTo>
                  <a:pt x="119" y="182"/>
                  <a:pt x="119" y="182"/>
                  <a:pt x="120" y="182"/>
                </a:cubicBezTo>
                <a:lnTo>
                  <a:pt x="120" y="183"/>
                </a:lnTo>
                <a:lnTo>
                  <a:pt x="115" y="182"/>
                </a:lnTo>
                <a:lnTo>
                  <a:pt x="115" y="181"/>
                </a:lnTo>
                <a:cubicBezTo>
                  <a:pt x="116" y="181"/>
                  <a:pt x="116" y="181"/>
                  <a:pt x="117" y="180"/>
                </a:cubicBezTo>
                <a:cubicBezTo>
                  <a:pt x="117" y="180"/>
                  <a:pt x="117" y="179"/>
                  <a:pt x="118" y="178"/>
                </a:cubicBezTo>
                <a:lnTo>
                  <a:pt x="123" y="158"/>
                </a:lnTo>
                <a:lnTo>
                  <a:pt x="121" y="158"/>
                </a:lnTo>
                <a:cubicBezTo>
                  <a:pt x="121" y="158"/>
                  <a:pt x="120" y="158"/>
                  <a:pt x="120" y="158"/>
                </a:cubicBezTo>
                <a:cubicBezTo>
                  <a:pt x="120" y="158"/>
                  <a:pt x="119" y="158"/>
                  <a:pt x="119" y="159"/>
                </a:cubicBezTo>
                <a:cubicBezTo>
                  <a:pt x="119" y="160"/>
                  <a:pt x="118" y="160"/>
                  <a:pt x="118" y="162"/>
                </a:cubicBezTo>
                <a:lnTo>
                  <a:pt x="117" y="161"/>
                </a:lnTo>
                <a:lnTo>
                  <a:pt x="119" y="156"/>
                </a:lnTo>
                <a:lnTo>
                  <a:pt x="129" y="158"/>
                </a:lnTo>
                <a:close/>
              </a:path>
              <a:path w="336" h="189">
                <a:moveTo>
                  <a:pt x="209" y="181"/>
                </a:moveTo>
                <a:lnTo>
                  <a:pt x="210" y="181"/>
                </a:lnTo>
                <a:lnTo>
                  <a:pt x="204" y="183"/>
                </a:lnTo>
                <a:lnTo>
                  <a:pt x="204" y="182"/>
                </a:lnTo>
                <a:lnTo>
                  <a:pt x="205" y="182"/>
                </a:lnTo>
                <a:cubicBezTo>
                  <a:pt x="205" y="182"/>
                  <a:pt x="205" y="181"/>
                  <a:pt x="206" y="181"/>
                </a:cubicBezTo>
                <a:cubicBezTo>
                  <a:pt x="206" y="180"/>
                  <a:pt x="205" y="179"/>
                  <a:pt x="205" y="178"/>
                </a:cubicBezTo>
                <a:lnTo>
                  <a:pt x="202" y="161"/>
                </a:lnTo>
                <a:cubicBezTo>
                  <a:pt x="201" y="160"/>
                  <a:pt x="201" y="159"/>
                  <a:pt x="201" y="159"/>
                </a:cubicBezTo>
                <a:cubicBezTo>
                  <a:pt x="201" y="158"/>
                  <a:pt x="201" y="158"/>
                  <a:pt x="200" y="158"/>
                </a:cubicBezTo>
                <a:cubicBezTo>
                  <a:pt x="200" y="158"/>
                  <a:pt x="200" y="158"/>
                  <a:pt x="199" y="158"/>
                </a:cubicBezTo>
                <a:lnTo>
                  <a:pt x="199" y="157"/>
                </a:lnTo>
                <a:lnTo>
                  <a:pt x="204" y="156"/>
                </a:lnTo>
                <a:lnTo>
                  <a:pt x="204" y="157"/>
                </a:lnTo>
                <a:cubicBezTo>
                  <a:pt x="203" y="157"/>
                  <a:pt x="203" y="157"/>
                  <a:pt x="203" y="158"/>
                </a:cubicBezTo>
                <a:cubicBezTo>
                  <a:pt x="203" y="158"/>
                  <a:pt x="203" y="159"/>
                  <a:pt x="203" y="161"/>
                </a:cubicBezTo>
                <a:lnTo>
                  <a:pt x="207" y="177"/>
                </a:lnTo>
                <a:cubicBezTo>
                  <a:pt x="207" y="179"/>
                  <a:pt x="207" y="179"/>
                  <a:pt x="208" y="180"/>
                </a:cubicBezTo>
                <a:cubicBezTo>
                  <a:pt x="208" y="180"/>
                  <a:pt x="208" y="180"/>
                  <a:pt x="208" y="181"/>
                </a:cubicBezTo>
                <a:cubicBezTo>
                  <a:pt x="208" y="181"/>
                  <a:pt x="209" y="181"/>
                  <a:pt x="209" y="181"/>
                </a:cubicBezTo>
                <a:close/>
              </a:path>
              <a:path w="336" h="189">
                <a:moveTo>
                  <a:pt x="197" y="157"/>
                </a:moveTo>
                <a:lnTo>
                  <a:pt x="199" y="166"/>
                </a:lnTo>
                <a:cubicBezTo>
                  <a:pt x="198" y="163"/>
                  <a:pt x="197" y="162"/>
                  <a:pt x="196" y="161"/>
                </a:cubicBezTo>
                <a:cubicBezTo>
                  <a:pt x="195" y="160"/>
                  <a:pt x="194" y="159"/>
                  <a:pt x="193" y="160"/>
                </a:cubicBezTo>
                <a:cubicBezTo>
                  <a:pt x="193" y="160"/>
                  <a:pt x="192" y="160"/>
                  <a:pt x="192" y="161"/>
                </a:cubicBezTo>
                <a:cubicBezTo>
                  <a:pt x="191" y="162"/>
                  <a:pt x="191" y="164"/>
                  <a:pt x="191" y="166"/>
                </a:cubicBezTo>
                <a:cubicBezTo>
                  <a:pt x="191" y="168"/>
                  <a:pt x="191" y="170"/>
                  <a:pt x="192" y="173"/>
                </a:cubicBezTo>
                <a:cubicBezTo>
                  <a:pt x="192" y="175"/>
                  <a:pt x="193" y="177"/>
                  <a:pt x="194" y="179"/>
                </a:cubicBezTo>
                <a:cubicBezTo>
                  <a:pt x="194" y="181"/>
                  <a:pt x="195" y="182"/>
                  <a:pt x="196" y="183"/>
                </a:cubicBezTo>
                <a:cubicBezTo>
                  <a:pt x="197" y="183"/>
                  <a:pt x="198" y="184"/>
                  <a:pt x="199" y="183"/>
                </a:cubicBezTo>
                <a:cubicBezTo>
                  <a:pt x="200" y="183"/>
                  <a:pt x="200" y="183"/>
                  <a:pt x="201" y="182"/>
                </a:cubicBezTo>
                <a:cubicBezTo>
                  <a:pt x="201" y="181"/>
                  <a:pt x="202" y="179"/>
                  <a:pt x="202" y="177"/>
                </a:cubicBezTo>
                <a:cubicBezTo>
                  <a:pt x="202" y="180"/>
                  <a:pt x="202" y="182"/>
                  <a:pt x="201" y="183"/>
                </a:cubicBezTo>
                <a:cubicBezTo>
                  <a:pt x="201" y="184"/>
                  <a:pt x="200" y="185"/>
                  <a:pt x="199" y="185"/>
                </a:cubicBezTo>
                <a:cubicBezTo>
                  <a:pt x="197" y="186"/>
                  <a:pt x="195" y="184"/>
                  <a:pt x="193" y="182"/>
                </a:cubicBezTo>
                <a:cubicBezTo>
                  <a:pt x="191" y="179"/>
                  <a:pt x="190" y="177"/>
                  <a:pt x="190" y="174"/>
                </a:cubicBezTo>
                <a:cubicBezTo>
                  <a:pt x="189" y="171"/>
                  <a:pt x="189" y="169"/>
                  <a:pt x="189" y="166"/>
                </a:cubicBezTo>
                <a:cubicBezTo>
                  <a:pt x="189" y="164"/>
                  <a:pt x="190" y="162"/>
                  <a:pt x="190" y="161"/>
                </a:cubicBezTo>
                <a:cubicBezTo>
                  <a:pt x="191" y="159"/>
                  <a:pt x="192" y="159"/>
                  <a:pt x="193" y="158"/>
                </a:cubicBezTo>
                <a:cubicBezTo>
                  <a:pt x="194" y="158"/>
                  <a:pt x="195" y="158"/>
                  <a:pt x="196" y="159"/>
                </a:cubicBezTo>
                <a:cubicBezTo>
                  <a:pt x="196" y="159"/>
                  <a:pt x="196" y="159"/>
                  <a:pt x="197" y="159"/>
                </a:cubicBezTo>
                <a:cubicBezTo>
                  <a:pt x="197" y="159"/>
                  <a:pt x="197" y="159"/>
                  <a:pt x="197" y="159"/>
                </a:cubicBezTo>
                <a:cubicBezTo>
                  <a:pt x="197" y="158"/>
                  <a:pt x="197" y="158"/>
                  <a:pt x="197" y="157"/>
                </a:cubicBezTo>
                <a:close/>
              </a:path>
              <a:path w="336" h="189">
                <a:moveTo>
                  <a:pt x="183" y="160"/>
                </a:moveTo>
                <a:lnTo>
                  <a:pt x="185" y="169"/>
                </a:lnTo>
                <a:cubicBezTo>
                  <a:pt x="184" y="167"/>
                  <a:pt x="184" y="166"/>
                  <a:pt x="183" y="165"/>
                </a:cubicBezTo>
                <a:cubicBezTo>
                  <a:pt x="183" y="164"/>
                  <a:pt x="182" y="163"/>
                  <a:pt x="182" y="163"/>
                </a:cubicBezTo>
                <a:cubicBezTo>
                  <a:pt x="181" y="162"/>
                  <a:pt x="180" y="162"/>
                  <a:pt x="180" y="162"/>
                </a:cubicBezTo>
                <a:cubicBezTo>
                  <a:pt x="179" y="163"/>
                  <a:pt x="179" y="163"/>
                  <a:pt x="178" y="164"/>
                </a:cubicBezTo>
                <a:cubicBezTo>
                  <a:pt x="178" y="165"/>
                  <a:pt x="178" y="166"/>
                  <a:pt x="178" y="167"/>
                </a:cubicBezTo>
                <a:cubicBezTo>
                  <a:pt x="179" y="168"/>
                  <a:pt x="179" y="168"/>
                  <a:pt x="179" y="169"/>
                </a:cubicBezTo>
                <a:cubicBezTo>
                  <a:pt x="180" y="170"/>
                  <a:pt x="181" y="171"/>
                  <a:pt x="183" y="172"/>
                </a:cubicBezTo>
                <a:cubicBezTo>
                  <a:pt x="184" y="173"/>
                  <a:pt x="185" y="174"/>
                  <a:pt x="186" y="175"/>
                </a:cubicBezTo>
                <a:cubicBezTo>
                  <a:pt x="186" y="175"/>
                  <a:pt x="187" y="176"/>
                  <a:pt x="187" y="177"/>
                </a:cubicBezTo>
                <a:cubicBezTo>
                  <a:pt x="188" y="178"/>
                  <a:pt x="188" y="179"/>
                  <a:pt x="188" y="180"/>
                </a:cubicBezTo>
                <a:cubicBezTo>
                  <a:pt x="189" y="182"/>
                  <a:pt x="189" y="183"/>
                  <a:pt x="188" y="185"/>
                </a:cubicBezTo>
                <a:cubicBezTo>
                  <a:pt x="188" y="186"/>
                  <a:pt x="187" y="187"/>
                  <a:pt x="186" y="188"/>
                </a:cubicBezTo>
                <a:cubicBezTo>
                  <a:pt x="185" y="188"/>
                  <a:pt x="185" y="188"/>
                  <a:pt x="185" y="188"/>
                </a:cubicBezTo>
                <a:cubicBezTo>
                  <a:pt x="185" y="188"/>
                  <a:pt x="184" y="188"/>
                  <a:pt x="184" y="187"/>
                </a:cubicBezTo>
                <a:cubicBezTo>
                  <a:pt x="183" y="187"/>
                  <a:pt x="182" y="187"/>
                  <a:pt x="182" y="187"/>
                </a:cubicBezTo>
                <a:cubicBezTo>
                  <a:pt x="182" y="187"/>
                  <a:pt x="182" y="187"/>
                  <a:pt x="182" y="187"/>
                </a:cubicBezTo>
                <a:cubicBezTo>
                  <a:pt x="182" y="188"/>
                  <a:pt x="182" y="188"/>
                  <a:pt x="182" y="189"/>
                </a:cubicBezTo>
                <a:lnTo>
                  <a:pt x="180" y="180"/>
                </a:lnTo>
                <a:cubicBezTo>
                  <a:pt x="181" y="182"/>
                  <a:pt x="181" y="183"/>
                  <a:pt x="182" y="184"/>
                </a:cubicBezTo>
                <a:cubicBezTo>
                  <a:pt x="182" y="185"/>
                  <a:pt x="183" y="185"/>
                  <a:pt x="183" y="186"/>
                </a:cubicBezTo>
                <a:cubicBezTo>
                  <a:pt x="184" y="186"/>
                  <a:pt x="185" y="186"/>
                  <a:pt x="185" y="186"/>
                </a:cubicBezTo>
                <a:cubicBezTo>
                  <a:pt x="186" y="186"/>
                  <a:pt x="187" y="185"/>
                  <a:pt x="187" y="185"/>
                </a:cubicBezTo>
                <a:cubicBezTo>
                  <a:pt x="187" y="184"/>
                  <a:pt x="187" y="183"/>
                  <a:pt x="187" y="181"/>
                </a:cubicBezTo>
                <a:cubicBezTo>
                  <a:pt x="187" y="181"/>
                  <a:pt x="187" y="180"/>
                  <a:pt x="186" y="180"/>
                </a:cubicBezTo>
                <a:cubicBezTo>
                  <a:pt x="186" y="179"/>
                  <a:pt x="186" y="178"/>
                  <a:pt x="185" y="178"/>
                </a:cubicBezTo>
                <a:cubicBezTo>
                  <a:pt x="185" y="178"/>
                  <a:pt x="184" y="177"/>
                  <a:pt x="183" y="176"/>
                </a:cubicBezTo>
                <a:cubicBezTo>
                  <a:pt x="181" y="175"/>
                  <a:pt x="180" y="174"/>
                  <a:pt x="180" y="174"/>
                </a:cubicBezTo>
                <a:cubicBezTo>
                  <a:pt x="179" y="173"/>
                  <a:pt x="179" y="172"/>
                  <a:pt x="178" y="171"/>
                </a:cubicBezTo>
                <a:cubicBezTo>
                  <a:pt x="178" y="171"/>
                  <a:pt x="177" y="170"/>
                  <a:pt x="177" y="169"/>
                </a:cubicBezTo>
                <a:cubicBezTo>
                  <a:pt x="177" y="167"/>
                  <a:pt x="177" y="165"/>
                  <a:pt x="177" y="164"/>
                </a:cubicBezTo>
                <a:cubicBezTo>
                  <a:pt x="178" y="162"/>
                  <a:pt x="178" y="161"/>
                  <a:pt x="179" y="161"/>
                </a:cubicBezTo>
                <a:cubicBezTo>
                  <a:pt x="180" y="161"/>
                  <a:pt x="181" y="161"/>
                  <a:pt x="182" y="161"/>
                </a:cubicBezTo>
                <a:cubicBezTo>
                  <a:pt x="182" y="162"/>
                  <a:pt x="182" y="162"/>
                  <a:pt x="182" y="162"/>
                </a:cubicBezTo>
                <a:cubicBezTo>
                  <a:pt x="183" y="162"/>
                  <a:pt x="183" y="162"/>
                  <a:pt x="183" y="161"/>
                </a:cubicBezTo>
                <a:cubicBezTo>
                  <a:pt x="183" y="161"/>
                  <a:pt x="183" y="161"/>
                  <a:pt x="183" y="160"/>
                </a:cubicBezTo>
                <a:close/>
              </a:path>
              <a:path w="336" h="189">
                <a:moveTo>
                  <a:pt x="209" y="157"/>
                </a:moveTo>
                <a:lnTo>
                  <a:pt x="212" y="167"/>
                </a:lnTo>
                <a:lnTo>
                  <a:pt x="214" y="166"/>
                </a:lnTo>
                <a:cubicBezTo>
                  <a:pt x="215" y="166"/>
                  <a:pt x="215" y="166"/>
                  <a:pt x="216" y="165"/>
                </a:cubicBezTo>
                <a:cubicBezTo>
                  <a:pt x="216" y="165"/>
                  <a:pt x="216" y="164"/>
                  <a:pt x="215" y="162"/>
                </a:cubicBezTo>
                <a:lnTo>
                  <a:pt x="216" y="162"/>
                </a:lnTo>
                <a:lnTo>
                  <a:pt x="218" y="171"/>
                </a:lnTo>
                <a:lnTo>
                  <a:pt x="217" y="171"/>
                </a:lnTo>
                <a:cubicBezTo>
                  <a:pt x="217" y="170"/>
                  <a:pt x="217" y="169"/>
                  <a:pt x="217" y="169"/>
                </a:cubicBezTo>
                <a:cubicBezTo>
                  <a:pt x="216" y="168"/>
                  <a:pt x="216" y="168"/>
                  <a:pt x="216" y="168"/>
                </a:cubicBezTo>
                <a:cubicBezTo>
                  <a:pt x="216" y="168"/>
                  <a:pt x="215" y="167"/>
                  <a:pt x="215" y="168"/>
                </a:cubicBezTo>
                <a:lnTo>
                  <a:pt x="212" y="168"/>
                </a:lnTo>
                <a:lnTo>
                  <a:pt x="214" y="177"/>
                </a:lnTo>
                <a:cubicBezTo>
                  <a:pt x="214" y="178"/>
                  <a:pt x="214" y="179"/>
                  <a:pt x="214" y="179"/>
                </a:cubicBezTo>
                <a:cubicBezTo>
                  <a:pt x="215" y="179"/>
                  <a:pt x="215" y="179"/>
                  <a:pt x="215" y="179"/>
                </a:cubicBezTo>
                <a:cubicBezTo>
                  <a:pt x="215" y="179"/>
                  <a:pt x="215" y="179"/>
                  <a:pt x="216" y="179"/>
                </a:cubicBezTo>
                <a:lnTo>
                  <a:pt x="218" y="179"/>
                </a:lnTo>
                <a:cubicBezTo>
                  <a:pt x="218" y="179"/>
                  <a:pt x="219" y="178"/>
                  <a:pt x="219" y="178"/>
                </a:cubicBezTo>
                <a:cubicBezTo>
                  <a:pt x="219" y="178"/>
                  <a:pt x="219" y="177"/>
                  <a:pt x="220" y="177"/>
                </a:cubicBezTo>
                <a:cubicBezTo>
                  <a:pt x="220" y="176"/>
                  <a:pt x="220" y="175"/>
                  <a:pt x="220" y="173"/>
                </a:cubicBezTo>
                <a:lnTo>
                  <a:pt x="221" y="180"/>
                </a:lnTo>
                <a:lnTo>
                  <a:pt x="212" y="182"/>
                </a:lnTo>
                <a:lnTo>
                  <a:pt x="211" y="181"/>
                </a:lnTo>
                <a:lnTo>
                  <a:pt x="212" y="181"/>
                </a:lnTo>
                <a:cubicBezTo>
                  <a:pt x="212" y="181"/>
                  <a:pt x="212" y="181"/>
                  <a:pt x="213" y="180"/>
                </a:cubicBezTo>
                <a:cubicBezTo>
                  <a:pt x="213" y="180"/>
                  <a:pt x="213" y="180"/>
                  <a:pt x="213" y="179"/>
                </a:cubicBezTo>
                <a:cubicBezTo>
                  <a:pt x="213" y="179"/>
                  <a:pt x="213" y="178"/>
                  <a:pt x="212" y="177"/>
                </a:cubicBezTo>
                <a:lnTo>
                  <a:pt x="208" y="160"/>
                </a:lnTo>
                <a:cubicBezTo>
                  <a:pt x="208" y="159"/>
                  <a:pt x="208" y="158"/>
                  <a:pt x="208" y="157"/>
                </a:cubicBezTo>
                <a:cubicBezTo>
                  <a:pt x="207" y="157"/>
                  <a:pt x="207" y="157"/>
                  <a:pt x="206" y="157"/>
                </a:cubicBezTo>
                <a:lnTo>
                  <a:pt x="206" y="156"/>
                </a:lnTo>
                <a:lnTo>
                  <a:pt x="215" y="154"/>
                </a:lnTo>
                <a:lnTo>
                  <a:pt x="216" y="159"/>
                </a:lnTo>
                <a:lnTo>
                  <a:pt x="216" y="160"/>
                </a:lnTo>
                <a:cubicBezTo>
                  <a:pt x="215" y="158"/>
                  <a:pt x="215" y="157"/>
                  <a:pt x="215" y="157"/>
                </a:cubicBezTo>
                <a:cubicBezTo>
                  <a:pt x="215" y="156"/>
                  <a:pt x="214" y="156"/>
                  <a:pt x="214" y="156"/>
                </a:cubicBezTo>
                <a:cubicBezTo>
                  <a:pt x="214" y="156"/>
                  <a:pt x="213" y="156"/>
                  <a:pt x="213" y="156"/>
                </a:cubicBezTo>
                <a:lnTo>
                  <a:pt x="209" y="157"/>
                </a:lnTo>
                <a:close/>
              </a:path>
              <a:path w="336" h="189">
                <a:moveTo>
                  <a:pt x="217" y="153"/>
                </a:moveTo>
                <a:lnTo>
                  <a:pt x="220" y="153"/>
                </a:lnTo>
                <a:lnTo>
                  <a:pt x="231" y="170"/>
                </a:lnTo>
                <a:lnTo>
                  <a:pt x="228" y="155"/>
                </a:lnTo>
                <a:cubicBezTo>
                  <a:pt x="228" y="154"/>
                  <a:pt x="227" y="153"/>
                  <a:pt x="227" y="152"/>
                </a:cubicBezTo>
                <a:cubicBezTo>
                  <a:pt x="227" y="152"/>
                  <a:pt x="226" y="152"/>
                  <a:pt x="226" y="152"/>
                </a:cubicBezTo>
                <a:lnTo>
                  <a:pt x="225" y="152"/>
                </a:lnTo>
                <a:lnTo>
                  <a:pt x="225" y="151"/>
                </a:lnTo>
                <a:lnTo>
                  <a:pt x="229" y="150"/>
                </a:lnTo>
                <a:lnTo>
                  <a:pt x="230" y="151"/>
                </a:lnTo>
                <a:lnTo>
                  <a:pt x="229" y="151"/>
                </a:lnTo>
                <a:cubicBezTo>
                  <a:pt x="229" y="151"/>
                  <a:pt x="228" y="151"/>
                  <a:pt x="228" y="152"/>
                </a:cubicBezTo>
                <a:cubicBezTo>
                  <a:pt x="228" y="153"/>
                  <a:pt x="228" y="154"/>
                  <a:pt x="229" y="155"/>
                </a:cubicBezTo>
                <a:lnTo>
                  <a:pt x="234" y="177"/>
                </a:lnTo>
                <a:lnTo>
                  <a:pt x="233" y="177"/>
                </a:lnTo>
                <a:lnTo>
                  <a:pt x="221" y="158"/>
                </a:lnTo>
                <a:lnTo>
                  <a:pt x="224" y="174"/>
                </a:lnTo>
                <a:cubicBezTo>
                  <a:pt x="225" y="175"/>
                  <a:pt x="225" y="176"/>
                  <a:pt x="225" y="177"/>
                </a:cubicBezTo>
                <a:cubicBezTo>
                  <a:pt x="226" y="177"/>
                  <a:pt x="226" y="177"/>
                  <a:pt x="226" y="177"/>
                </a:cubicBezTo>
                <a:lnTo>
                  <a:pt x="227" y="177"/>
                </a:lnTo>
                <a:lnTo>
                  <a:pt x="227" y="178"/>
                </a:lnTo>
                <a:lnTo>
                  <a:pt x="223" y="179"/>
                </a:lnTo>
                <a:lnTo>
                  <a:pt x="223" y="178"/>
                </a:lnTo>
                <a:cubicBezTo>
                  <a:pt x="224" y="178"/>
                  <a:pt x="224" y="178"/>
                  <a:pt x="224" y="177"/>
                </a:cubicBezTo>
                <a:cubicBezTo>
                  <a:pt x="224" y="176"/>
                  <a:pt x="224" y="175"/>
                  <a:pt x="224" y="174"/>
                </a:cubicBezTo>
                <a:lnTo>
                  <a:pt x="220" y="156"/>
                </a:lnTo>
                <a:cubicBezTo>
                  <a:pt x="219" y="155"/>
                  <a:pt x="219" y="155"/>
                  <a:pt x="218" y="155"/>
                </a:cubicBezTo>
                <a:cubicBezTo>
                  <a:pt x="218" y="154"/>
                  <a:pt x="218" y="154"/>
                  <a:pt x="217" y="154"/>
                </a:cubicBezTo>
                <a:cubicBezTo>
                  <a:pt x="217" y="154"/>
                  <a:pt x="217" y="154"/>
                  <a:pt x="217" y="154"/>
                </a:cubicBezTo>
                <a:lnTo>
                  <a:pt x="217" y="153"/>
                </a:lnTo>
                <a:close/>
              </a:path>
              <a:path w="336" h="189">
                <a:moveTo>
                  <a:pt x="238" y="146"/>
                </a:moveTo>
                <a:lnTo>
                  <a:pt x="242" y="155"/>
                </a:lnTo>
                <a:cubicBezTo>
                  <a:pt x="240" y="152"/>
                  <a:pt x="239" y="151"/>
                  <a:pt x="238" y="150"/>
                </a:cubicBezTo>
                <a:cubicBezTo>
                  <a:pt x="237" y="149"/>
                  <a:pt x="236" y="149"/>
                  <a:pt x="235" y="149"/>
                </a:cubicBezTo>
                <a:cubicBezTo>
                  <a:pt x="234" y="149"/>
                  <a:pt x="233" y="150"/>
                  <a:pt x="233" y="151"/>
                </a:cubicBezTo>
                <a:cubicBezTo>
                  <a:pt x="233" y="152"/>
                  <a:pt x="233" y="154"/>
                  <a:pt x="233" y="156"/>
                </a:cubicBezTo>
                <a:cubicBezTo>
                  <a:pt x="233" y="158"/>
                  <a:pt x="234" y="160"/>
                  <a:pt x="235" y="163"/>
                </a:cubicBezTo>
                <a:cubicBezTo>
                  <a:pt x="236" y="165"/>
                  <a:pt x="237" y="167"/>
                  <a:pt x="237" y="168"/>
                </a:cubicBezTo>
                <a:cubicBezTo>
                  <a:pt x="238" y="170"/>
                  <a:pt x="239" y="171"/>
                  <a:pt x="240" y="172"/>
                </a:cubicBezTo>
                <a:cubicBezTo>
                  <a:pt x="241" y="172"/>
                  <a:pt x="242" y="172"/>
                  <a:pt x="243" y="172"/>
                </a:cubicBezTo>
                <a:cubicBezTo>
                  <a:pt x="244" y="172"/>
                  <a:pt x="245" y="171"/>
                  <a:pt x="245" y="170"/>
                </a:cubicBezTo>
                <a:cubicBezTo>
                  <a:pt x="245" y="169"/>
                  <a:pt x="246" y="168"/>
                  <a:pt x="246" y="165"/>
                </a:cubicBezTo>
                <a:lnTo>
                  <a:pt x="246" y="166"/>
                </a:lnTo>
                <a:cubicBezTo>
                  <a:pt x="246" y="168"/>
                  <a:pt x="246" y="170"/>
                  <a:pt x="246" y="171"/>
                </a:cubicBezTo>
                <a:cubicBezTo>
                  <a:pt x="245" y="173"/>
                  <a:pt x="244" y="174"/>
                  <a:pt x="243" y="174"/>
                </a:cubicBezTo>
                <a:cubicBezTo>
                  <a:pt x="241" y="175"/>
                  <a:pt x="239" y="174"/>
                  <a:pt x="237" y="171"/>
                </a:cubicBezTo>
                <a:cubicBezTo>
                  <a:pt x="235" y="169"/>
                  <a:pt x="234" y="167"/>
                  <a:pt x="233" y="164"/>
                </a:cubicBezTo>
                <a:cubicBezTo>
                  <a:pt x="232" y="161"/>
                  <a:pt x="231" y="159"/>
                  <a:pt x="231" y="156"/>
                </a:cubicBezTo>
                <a:cubicBezTo>
                  <a:pt x="231" y="154"/>
                  <a:pt x="231" y="152"/>
                  <a:pt x="232" y="151"/>
                </a:cubicBezTo>
                <a:cubicBezTo>
                  <a:pt x="232" y="149"/>
                  <a:pt x="233" y="148"/>
                  <a:pt x="234" y="148"/>
                </a:cubicBezTo>
                <a:cubicBezTo>
                  <a:pt x="235" y="148"/>
                  <a:pt x="236" y="148"/>
                  <a:pt x="237" y="148"/>
                </a:cubicBezTo>
                <a:cubicBezTo>
                  <a:pt x="238" y="148"/>
                  <a:pt x="238" y="149"/>
                  <a:pt x="238" y="149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8"/>
                  <a:pt x="238" y="147"/>
                  <a:pt x="238" y="147"/>
                </a:cubicBezTo>
                <a:lnTo>
                  <a:pt x="238" y="146"/>
                </a:lnTo>
                <a:close/>
              </a:path>
              <a:path w="336" h="189">
                <a:moveTo>
                  <a:pt x="245" y="146"/>
                </a:moveTo>
                <a:lnTo>
                  <a:pt x="248" y="156"/>
                </a:lnTo>
                <a:lnTo>
                  <a:pt x="251" y="155"/>
                </a:lnTo>
                <a:cubicBezTo>
                  <a:pt x="252" y="155"/>
                  <a:pt x="252" y="155"/>
                  <a:pt x="252" y="154"/>
                </a:cubicBezTo>
                <a:cubicBezTo>
                  <a:pt x="252" y="153"/>
                  <a:pt x="252" y="152"/>
                  <a:pt x="252" y="151"/>
                </a:cubicBezTo>
                <a:lnTo>
                  <a:pt x="255" y="159"/>
                </a:lnTo>
                <a:cubicBezTo>
                  <a:pt x="254" y="158"/>
                  <a:pt x="254" y="158"/>
                  <a:pt x="254" y="157"/>
                </a:cubicBezTo>
                <a:cubicBezTo>
                  <a:pt x="253" y="157"/>
                  <a:pt x="253" y="157"/>
                  <a:pt x="253" y="156"/>
                </a:cubicBezTo>
                <a:cubicBezTo>
                  <a:pt x="252" y="156"/>
                  <a:pt x="252" y="156"/>
                  <a:pt x="251" y="156"/>
                </a:cubicBezTo>
                <a:lnTo>
                  <a:pt x="249" y="157"/>
                </a:lnTo>
                <a:lnTo>
                  <a:pt x="252" y="166"/>
                </a:lnTo>
                <a:cubicBezTo>
                  <a:pt x="252" y="167"/>
                  <a:pt x="252" y="167"/>
                  <a:pt x="252" y="168"/>
                </a:cubicBezTo>
                <a:cubicBezTo>
                  <a:pt x="253" y="168"/>
                  <a:pt x="253" y="168"/>
                  <a:pt x="253" y="168"/>
                </a:cubicBezTo>
                <a:cubicBezTo>
                  <a:pt x="253" y="168"/>
                  <a:pt x="253" y="168"/>
                  <a:pt x="254" y="168"/>
                </a:cubicBezTo>
                <a:lnTo>
                  <a:pt x="256" y="167"/>
                </a:lnTo>
                <a:cubicBezTo>
                  <a:pt x="256" y="167"/>
                  <a:pt x="257" y="167"/>
                  <a:pt x="257" y="166"/>
                </a:cubicBezTo>
                <a:cubicBezTo>
                  <a:pt x="257" y="166"/>
                  <a:pt x="258" y="166"/>
                  <a:pt x="258" y="165"/>
                </a:cubicBezTo>
                <a:cubicBezTo>
                  <a:pt x="258" y="164"/>
                  <a:pt x="258" y="163"/>
                  <a:pt x="258" y="161"/>
                </a:cubicBezTo>
                <a:lnTo>
                  <a:pt x="259" y="168"/>
                </a:lnTo>
                <a:lnTo>
                  <a:pt x="250" y="171"/>
                </a:lnTo>
                <a:lnTo>
                  <a:pt x="249" y="170"/>
                </a:lnTo>
                <a:lnTo>
                  <a:pt x="250" y="170"/>
                </a:lnTo>
                <a:cubicBezTo>
                  <a:pt x="250" y="170"/>
                  <a:pt x="250" y="170"/>
                  <a:pt x="251" y="169"/>
                </a:cubicBezTo>
                <a:cubicBezTo>
                  <a:pt x="251" y="169"/>
                  <a:pt x="251" y="169"/>
                  <a:pt x="251" y="168"/>
                </a:cubicBezTo>
                <a:cubicBezTo>
                  <a:pt x="251" y="168"/>
                  <a:pt x="250" y="167"/>
                  <a:pt x="250" y="166"/>
                </a:cubicBezTo>
                <a:lnTo>
                  <a:pt x="244" y="150"/>
                </a:lnTo>
                <a:cubicBezTo>
                  <a:pt x="244" y="148"/>
                  <a:pt x="243" y="147"/>
                  <a:pt x="243" y="147"/>
                </a:cubicBezTo>
                <a:cubicBezTo>
                  <a:pt x="242" y="147"/>
                  <a:pt x="242" y="147"/>
                  <a:pt x="241" y="147"/>
                </a:cubicBezTo>
                <a:lnTo>
                  <a:pt x="241" y="146"/>
                </a:lnTo>
                <a:lnTo>
                  <a:pt x="250" y="143"/>
                </a:lnTo>
                <a:lnTo>
                  <a:pt x="252" y="148"/>
                </a:lnTo>
                <a:cubicBezTo>
                  <a:pt x="251" y="147"/>
                  <a:pt x="251" y="146"/>
                  <a:pt x="251" y="146"/>
                </a:cubicBezTo>
                <a:cubicBezTo>
                  <a:pt x="250" y="145"/>
                  <a:pt x="250" y="145"/>
                  <a:pt x="249" y="145"/>
                </a:cubicBezTo>
                <a:cubicBezTo>
                  <a:pt x="249" y="145"/>
                  <a:pt x="249" y="145"/>
                  <a:pt x="248" y="145"/>
                </a:cubicBezTo>
                <a:lnTo>
                  <a:pt x="245" y="146"/>
                </a:lnTo>
                <a:close/>
              </a:path>
            </a:pathLst>
          </a:custGeom>
          <a:solidFill>
            <a:srgbClr val="24211D"/>
          </a:solidFill>
          <a:ln>
            <a:noFill/>
          </a:ln>
        </p:spPr>
      </p:sp>
      <p:sp>
        <p:nvSpPr>
          <p:cNvPr id="19" name="Freeform 16"/>
          <p:cNvSpPr>
            <a:spLocks noGrp="1"/>
          </p:cNvSpPr>
          <p:nvPr/>
        </p:nvSpPr>
        <p:spPr>
          <a:xfrm>
            <a:off x="9944100" y="267970"/>
            <a:ext cx="220980" cy="125730"/>
          </a:xfrm>
          <a:custGeom>
            <a:avLst/>
            <a:gdLst/>
            <a:ahLst/>
            <a:cxnLst/>
            <a:rect l="l" t="t" r="r" b="b"/>
            <a:pathLst>
              <a:path w="143" h="81">
                <a:moveTo>
                  <a:pt x="102" y="38"/>
                </a:moveTo>
                <a:lnTo>
                  <a:pt x="129" y="38"/>
                </a:lnTo>
                <a:cubicBezTo>
                  <a:pt x="135" y="33"/>
                  <a:pt x="68" y="12"/>
                  <a:pt x="53" y="18"/>
                </a:cubicBezTo>
                <a:cubicBezTo>
                  <a:pt x="44" y="22"/>
                  <a:pt x="65" y="31"/>
                  <a:pt x="77" y="41"/>
                </a:cubicBezTo>
                <a:cubicBezTo>
                  <a:pt x="84" y="46"/>
                  <a:pt x="94" y="54"/>
                  <a:pt x="96" y="58"/>
                </a:cubicBezTo>
                <a:cubicBezTo>
                  <a:pt x="101" y="65"/>
                  <a:pt x="97" y="72"/>
                  <a:pt x="88" y="81"/>
                </a:cubicBezTo>
                <a:lnTo>
                  <a:pt x="0" y="81"/>
                </a:lnTo>
                <a:cubicBezTo>
                  <a:pt x="3" y="78"/>
                  <a:pt x="7" y="76"/>
                  <a:pt x="10" y="76"/>
                </a:cubicBezTo>
                <a:lnTo>
                  <a:pt x="57" y="76"/>
                </a:lnTo>
                <a:cubicBezTo>
                  <a:pt x="65" y="75"/>
                  <a:pt x="82" y="73"/>
                  <a:pt x="82" y="53"/>
                </a:cubicBezTo>
                <a:cubicBezTo>
                  <a:pt x="79" y="40"/>
                  <a:pt x="48" y="37"/>
                  <a:pt x="39" y="27"/>
                </a:cubicBezTo>
                <a:cubicBezTo>
                  <a:pt x="35" y="23"/>
                  <a:pt x="41" y="17"/>
                  <a:pt x="53" y="17"/>
                </a:cubicBezTo>
                <a:cubicBezTo>
                  <a:pt x="75" y="0"/>
                  <a:pt x="143" y="8"/>
                  <a:pt x="141" y="24"/>
                </a:cubicBezTo>
                <a:cubicBezTo>
                  <a:pt x="140" y="33"/>
                  <a:pt x="134" y="39"/>
                  <a:pt x="127" y="45"/>
                </a:cubicBezTo>
                <a:lnTo>
                  <a:pt x="118" y="45"/>
                </a:lnTo>
                <a:lnTo>
                  <a:pt x="108" y="81"/>
                </a:lnTo>
                <a:lnTo>
                  <a:pt x="96" y="81"/>
                </a:lnTo>
                <a:lnTo>
                  <a:pt x="106" y="45"/>
                </a:lnTo>
                <a:lnTo>
                  <a:pt x="95" y="45"/>
                </a:lnTo>
                <a:lnTo>
                  <a:pt x="102" y="38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0" name="Freeform 17"/>
          <p:cNvSpPr>
            <a:spLocks noGrp="1"/>
          </p:cNvSpPr>
          <p:nvPr/>
        </p:nvSpPr>
        <p:spPr>
          <a:xfrm>
            <a:off x="996315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7" y="0"/>
                </a:moveTo>
                <a:lnTo>
                  <a:pt x="18" y="0"/>
                </a:lnTo>
                <a:lnTo>
                  <a:pt x="13" y="17"/>
                </a:lnTo>
                <a:lnTo>
                  <a:pt x="18" y="17"/>
                </a:lnTo>
                <a:lnTo>
                  <a:pt x="22" y="0"/>
                </a:lnTo>
                <a:lnTo>
                  <a:pt x="33" y="0"/>
                </a:lnTo>
                <a:lnTo>
                  <a:pt x="25" y="27"/>
                </a:lnTo>
                <a:lnTo>
                  <a:pt x="15" y="27"/>
                </a:lnTo>
                <a:lnTo>
                  <a:pt x="17" y="20"/>
                </a:lnTo>
                <a:lnTo>
                  <a:pt x="13" y="20"/>
                </a:lnTo>
                <a:lnTo>
                  <a:pt x="11" y="27"/>
                </a:lnTo>
                <a:lnTo>
                  <a:pt x="0" y="27"/>
                </a:lnTo>
                <a:lnTo>
                  <a:pt x="7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1" name="Freeform 18"/>
          <p:cNvSpPr>
            <a:spLocks noGrp="1"/>
          </p:cNvSpPr>
          <p:nvPr/>
        </p:nvSpPr>
        <p:spPr>
          <a:xfrm>
            <a:off x="10007600" y="339090"/>
            <a:ext cx="50800" cy="41910"/>
          </a:xfrm>
          <a:custGeom>
            <a:avLst/>
            <a:gdLst/>
            <a:ahLst/>
            <a:cxnLst/>
            <a:rect l="l" t="t" r="r" b="b"/>
            <a:pathLst>
              <a:path w="33" h="27">
                <a:moveTo>
                  <a:pt x="8" y="0"/>
                </a:moveTo>
                <a:lnTo>
                  <a:pt x="0" y="27"/>
                </a:lnTo>
                <a:lnTo>
                  <a:pt x="25" y="27"/>
                </a:lnTo>
                <a:lnTo>
                  <a:pt x="33" y="0"/>
                </a:lnTo>
                <a:lnTo>
                  <a:pt x="22" y="0"/>
                </a:lnTo>
                <a:lnTo>
                  <a:pt x="15" y="24"/>
                </a:lnTo>
                <a:lnTo>
                  <a:pt x="11" y="24"/>
                </a:lnTo>
                <a:lnTo>
                  <a:pt x="18" y="0"/>
                </a:lnTo>
                <a:lnTo>
                  <a:pt x="8" y="0"/>
                </a:lnTo>
                <a:close/>
              </a:path>
            </a:pathLst>
          </a:custGeom>
          <a:solidFill>
            <a:srgbClr val="005A9F"/>
          </a:solidFill>
          <a:ln>
            <a:noFill/>
          </a:ln>
        </p:spPr>
      </p:sp>
      <p:sp>
        <p:nvSpPr>
          <p:cNvPr id="22" name="Freeform 5"/>
          <p:cNvSpPr>
            <a:spLocks noGrp="1"/>
          </p:cNvSpPr>
          <p:nvPr/>
        </p:nvSpPr>
        <p:spPr>
          <a:xfrm>
            <a:off x="10436860" y="152400"/>
            <a:ext cx="1607820" cy="325120"/>
          </a:xfrm>
          <a:custGeom>
            <a:avLst/>
            <a:gdLst/>
            <a:ahLst/>
            <a:cxnLst/>
            <a:rect l="l" t="t" r="r" b="b"/>
            <a:pathLst>
              <a:path w="489" h="98">
                <a:moveTo>
                  <a:pt x="98" y="37"/>
                </a:moveTo>
                <a:cubicBezTo>
                  <a:pt x="98" y="37"/>
                  <a:pt x="101" y="31"/>
                  <a:pt x="102" y="39"/>
                </a:cubicBezTo>
                <a:lnTo>
                  <a:pt x="104" y="45"/>
                </a:lnTo>
                <a:cubicBezTo>
                  <a:pt x="104" y="45"/>
                  <a:pt x="106" y="49"/>
                  <a:pt x="109" y="43"/>
                </a:cubicBezTo>
                <a:lnTo>
                  <a:pt x="112" y="40"/>
                </a:lnTo>
                <a:cubicBezTo>
                  <a:pt x="112" y="40"/>
                  <a:pt x="114" y="40"/>
                  <a:pt x="114" y="37"/>
                </a:cubicBezTo>
                <a:lnTo>
                  <a:pt x="113" y="28"/>
                </a:lnTo>
                <a:cubicBezTo>
                  <a:pt x="113" y="28"/>
                  <a:pt x="113" y="22"/>
                  <a:pt x="111" y="22"/>
                </a:cubicBezTo>
                <a:cubicBezTo>
                  <a:pt x="111" y="22"/>
                  <a:pt x="108" y="16"/>
                  <a:pt x="112" y="15"/>
                </a:cubicBezTo>
                <a:cubicBezTo>
                  <a:pt x="112" y="15"/>
                  <a:pt x="113" y="11"/>
                  <a:pt x="119" y="14"/>
                </a:cubicBezTo>
                <a:cubicBezTo>
                  <a:pt x="119" y="14"/>
                  <a:pt x="125" y="16"/>
                  <a:pt x="123" y="21"/>
                </a:cubicBezTo>
                <a:lnTo>
                  <a:pt x="122" y="29"/>
                </a:lnTo>
                <a:cubicBezTo>
                  <a:pt x="122" y="29"/>
                  <a:pt x="121" y="33"/>
                  <a:pt x="127" y="28"/>
                </a:cubicBezTo>
                <a:lnTo>
                  <a:pt x="135" y="23"/>
                </a:lnTo>
                <a:cubicBezTo>
                  <a:pt x="135" y="23"/>
                  <a:pt x="143" y="20"/>
                  <a:pt x="145" y="24"/>
                </a:cubicBezTo>
                <a:cubicBezTo>
                  <a:pt x="145" y="24"/>
                  <a:pt x="147" y="27"/>
                  <a:pt x="143" y="30"/>
                </a:cubicBezTo>
                <a:cubicBezTo>
                  <a:pt x="143" y="30"/>
                  <a:pt x="131" y="33"/>
                  <a:pt x="133" y="42"/>
                </a:cubicBezTo>
                <a:cubicBezTo>
                  <a:pt x="133" y="42"/>
                  <a:pt x="139" y="43"/>
                  <a:pt x="134" y="48"/>
                </a:cubicBezTo>
                <a:cubicBezTo>
                  <a:pt x="134" y="48"/>
                  <a:pt x="128" y="49"/>
                  <a:pt x="125" y="52"/>
                </a:cubicBezTo>
                <a:lnTo>
                  <a:pt x="121" y="53"/>
                </a:lnTo>
                <a:lnTo>
                  <a:pt x="121" y="86"/>
                </a:lnTo>
                <a:cubicBezTo>
                  <a:pt x="121" y="86"/>
                  <a:pt x="121" y="96"/>
                  <a:pt x="115" y="92"/>
                </a:cubicBezTo>
                <a:cubicBezTo>
                  <a:pt x="115" y="92"/>
                  <a:pt x="109" y="84"/>
                  <a:pt x="113" y="74"/>
                </a:cubicBezTo>
                <a:lnTo>
                  <a:pt x="114" y="49"/>
                </a:lnTo>
                <a:cubicBezTo>
                  <a:pt x="114" y="49"/>
                  <a:pt x="115" y="41"/>
                  <a:pt x="109" y="50"/>
                </a:cubicBezTo>
                <a:lnTo>
                  <a:pt x="104" y="57"/>
                </a:lnTo>
                <a:cubicBezTo>
                  <a:pt x="104" y="57"/>
                  <a:pt x="102" y="60"/>
                  <a:pt x="98" y="58"/>
                </a:cubicBezTo>
                <a:cubicBezTo>
                  <a:pt x="98" y="58"/>
                  <a:pt x="90" y="54"/>
                  <a:pt x="94" y="47"/>
                </a:cubicBezTo>
                <a:cubicBezTo>
                  <a:pt x="96" y="45"/>
                  <a:pt x="97" y="40"/>
                  <a:pt x="98" y="37"/>
                </a:cubicBezTo>
                <a:close/>
                <a:moveTo>
                  <a:pt x="121" y="39"/>
                </a:moveTo>
                <a:lnTo>
                  <a:pt x="121" y="45"/>
                </a:lnTo>
                <a:cubicBezTo>
                  <a:pt x="121" y="45"/>
                  <a:pt x="120" y="48"/>
                  <a:pt x="125" y="45"/>
                </a:cubicBezTo>
                <a:cubicBezTo>
                  <a:pt x="125" y="45"/>
                  <a:pt x="128" y="42"/>
                  <a:pt x="128" y="40"/>
                </a:cubicBezTo>
                <a:cubicBezTo>
                  <a:pt x="128" y="40"/>
                  <a:pt x="128" y="35"/>
                  <a:pt x="130" y="35"/>
                </a:cubicBezTo>
                <a:cubicBezTo>
                  <a:pt x="130" y="35"/>
                  <a:pt x="131" y="31"/>
                  <a:pt x="126" y="33"/>
                </a:cubicBezTo>
                <a:lnTo>
                  <a:pt x="123" y="37"/>
                </a:lnTo>
                <a:lnTo>
                  <a:pt x="122" y="37"/>
                </a:lnTo>
                <a:cubicBezTo>
                  <a:pt x="122" y="37"/>
                  <a:pt x="121" y="38"/>
                  <a:pt x="121" y="39"/>
                </a:cubicBezTo>
                <a:close/>
              </a:path>
              <a:path w="489" h="98">
                <a:moveTo>
                  <a:pt x="29" y="76"/>
                </a:moveTo>
                <a:cubicBezTo>
                  <a:pt x="34" y="73"/>
                  <a:pt x="37" y="72"/>
                  <a:pt x="38" y="73"/>
                </a:cubicBezTo>
                <a:cubicBezTo>
                  <a:pt x="39" y="73"/>
                  <a:pt x="39" y="80"/>
                  <a:pt x="39" y="92"/>
                </a:cubicBezTo>
                <a:cubicBezTo>
                  <a:pt x="39" y="98"/>
                  <a:pt x="43" y="98"/>
                  <a:pt x="45" y="95"/>
                </a:cubicBezTo>
                <a:cubicBezTo>
                  <a:pt x="47" y="92"/>
                  <a:pt x="48" y="86"/>
                  <a:pt x="48" y="78"/>
                </a:cubicBezTo>
                <a:lnTo>
                  <a:pt x="48" y="71"/>
                </a:lnTo>
                <a:lnTo>
                  <a:pt x="50" y="68"/>
                </a:lnTo>
                <a:lnTo>
                  <a:pt x="59" y="64"/>
                </a:lnTo>
                <a:cubicBezTo>
                  <a:pt x="62" y="63"/>
                  <a:pt x="62" y="61"/>
                  <a:pt x="59" y="60"/>
                </a:cubicBezTo>
                <a:lnTo>
                  <a:pt x="54" y="56"/>
                </a:lnTo>
                <a:cubicBezTo>
                  <a:pt x="53" y="54"/>
                  <a:pt x="53" y="53"/>
                  <a:pt x="56" y="52"/>
                </a:cubicBezTo>
                <a:lnTo>
                  <a:pt x="71" y="44"/>
                </a:lnTo>
                <a:cubicBezTo>
                  <a:pt x="73" y="44"/>
                  <a:pt x="74" y="42"/>
                  <a:pt x="71" y="39"/>
                </a:cubicBezTo>
                <a:cubicBezTo>
                  <a:pt x="69" y="37"/>
                  <a:pt x="67" y="37"/>
                  <a:pt x="64" y="39"/>
                </a:cubicBezTo>
                <a:lnTo>
                  <a:pt x="59" y="41"/>
                </a:lnTo>
                <a:cubicBezTo>
                  <a:pt x="56" y="44"/>
                  <a:pt x="55" y="42"/>
                  <a:pt x="59" y="37"/>
                </a:cubicBezTo>
                <a:lnTo>
                  <a:pt x="64" y="34"/>
                </a:lnTo>
                <a:cubicBezTo>
                  <a:pt x="68" y="32"/>
                  <a:pt x="66" y="30"/>
                  <a:pt x="63" y="29"/>
                </a:cubicBezTo>
                <a:lnTo>
                  <a:pt x="59" y="26"/>
                </a:lnTo>
                <a:cubicBezTo>
                  <a:pt x="57" y="25"/>
                  <a:pt x="56" y="25"/>
                  <a:pt x="55" y="28"/>
                </a:cubicBezTo>
                <a:cubicBezTo>
                  <a:pt x="55" y="32"/>
                  <a:pt x="54" y="34"/>
                  <a:pt x="52" y="35"/>
                </a:cubicBezTo>
                <a:cubicBezTo>
                  <a:pt x="50" y="36"/>
                  <a:pt x="48" y="36"/>
                  <a:pt x="47" y="35"/>
                </a:cubicBezTo>
                <a:cubicBezTo>
                  <a:pt x="45" y="33"/>
                  <a:pt x="45" y="32"/>
                  <a:pt x="47" y="30"/>
                </a:cubicBezTo>
                <a:cubicBezTo>
                  <a:pt x="49" y="27"/>
                  <a:pt x="52" y="25"/>
                  <a:pt x="56" y="25"/>
                </a:cubicBezTo>
                <a:cubicBezTo>
                  <a:pt x="60" y="23"/>
                  <a:pt x="64" y="21"/>
                  <a:pt x="65" y="18"/>
                </a:cubicBezTo>
                <a:cubicBezTo>
                  <a:pt x="66" y="17"/>
                  <a:pt x="65" y="14"/>
                  <a:pt x="62" y="11"/>
                </a:cubicBezTo>
                <a:cubicBezTo>
                  <a:pt x="59" y="6"/>
                  <a:pt x="55" y="5"/>
                  <a:pt x="52" y="10"/>
                </a:cubicBezTo>
                <a:lnTo>
                  <a:pt x="47" y="22"/>
                </a:lnTo>
                <a:lnTo>
                  <a:pt x="43" y="22"/>
                </a:lnTo>
                <a:lnTo>
                  <a:pt x="44" y="14"/>
                </a:lnTo>
                <a:cubicBezTo>
                  <a:pt x="45" y="12"/>
                  <a:pt x="43" y="10"/>
                  <a:pt x="40" y="7"/>
                </a:cubicBezTo>
                <a:cubicBezTo>
                  <a:pt x="36" y="5"/>
                  <a:pt x="34" y="4"/>
                  <a:pt x="33" y="7"/>
                </a:cubicBezTo>
                <a:cubicBezTo>
                  <a:pt x="32" y="7"/>
                  <a:pt x="33" y="9"/>
                  <a:pt x="36" y="13"/>
                </a:cubicBezTo>
                <a:cubicBezTo>
                  <a:pt x="38" y="15"/>
                  <a:pt x="39" y="18"/>
                  <a:pt x="41" y="23"/>
                </a:cubicBezTo>
                <a:cubicBezTo>
                  <a:pt x="36" y="23"/>
                  <a:pt x="31" y="24"/>
                  <a:pt x="26" y="23"/>
                </a:cubicBezTo>
                <a:cubicBezTo>
                  <a:pt x="20" y="23"/>
                  <a:pt x="17" y="24"/>
                  <a:pt x="20" y="27"/>
                </a:cubicBezTo>
                <a:cubicBezTo>
                  <a:pt x="21" y="29"/>
                  <a:pt x="23" y="30"/>
                  <a:pt x="24" y="32"/>
                </a:cubicBezTo>
                <a:lnTo>
                  <a:pt x="38" y="28"/>
                </a:lnTo>
                <a:cubicBezTo>
                  <a:pt x="45" y="27"/>
                  <a:pt x="45" y="27"/>
                  <a:pt x="43" y="30"/>
                </a:cubicBezTo>
                <a:cubicBezTo>
                  <a:pt x="43" y="31"/>
                  <a:pt x="41" y="31"/>
                  <a:pt x="39" y="30"/>
                </a:cubicBezTo>
                <a:cubicBezTo>
                  <a:pt x="36" y="31"/>
                  <a:pt x="36" y="33"/>
                  <a:pt x="37" y="35"/>
                </a:cubicBezTo>
                <a:cubicBezTo>
                  <a:pt x="38" y="39"/>
                  <a:pt x="38" y="40"/>
                  <a:pt x="35" y="38"/>
                </a:cubicBezTo>
                <a:cubicBezTo>
                  <a:pt x="34" y="38"/>
                  <a:pt x="33" y="38"/>
                  <a:pt x="33" y="39"/>
                </a:cubicBezTo>
                <a:cubicBezTo>
                  <a:pt x="32" y="40"/>
                  <a:pt x="30" y="40"/>
                  <a:pt x="28" y="37"/>
                </a:cubicBezTo>
                <a:cubicBezTo>
                  <a:pt x="24" y="33"/>
                  <a:pt x="21" y="32"/>
                  <a:pt x="20" y="35"/>
                </a:cubicBezTo>
                <a:lnTo>
                  <a:pt x="21" y="38"/>
                </a:lnTo>
                <a:cubicBezTo>
                  <a:pt x="23" y="42"/>
                  <a:pt x="23" y="44"/>
                  <a:pt x="20" y="44"/>
                </a:cubicBezTo>
                <a:cubicBezTo>
                  <a:pt x="19" y="45"/>
                  <a:pt x="20" y="46"/>
                  <a:pt x="21" y="47"/>
                </a:cubicBezTo>
                <a:lnTo>
                  <a:pt x="24" y="50"/>
                </a:lnTo>
                <a:cubicBezTo>
                  <a:pt x="26" y="53"/>
                  <a:pt x="28" y="53"/>
                  <a:pt x="32" y="49"/>
                </a:cubicBezTo>
                <a:cubicBezTo>
                  <a:pt x="36" y="44"/>
                  <a:pt x="38" y="43"/>
                  <a:pt x="38" y="47"/>
                </a:cubicBezTo>
                <a:cubicBezTo>
                  <a:pt x="38" y="50"/>
                  <a:pt x="37" y="51"/>
                  <a:pt x="34" y="51"/>
                </a:cubicBezTo>
                <a:lnTo>
                  <a:pt x="1" y="61"/>
                </a:lnTo>
                <a:cubicBezTo>
                  <a:pt x="0" y="61"/>
                  <a:pt x="0" y="61"/>
                  <a:pt x="0" y="61"/>
                </a:cubicBezTo>
                <a:lnTo>
                  <a:pt x="7" y="66"/>
                </a:lnTo>
                <a:cubicBezTo>
                  <a:pt x="8" y="66"/>
                  <a:pt x="10" y="66"/>
                  <a:pt x="11" y="66"/>
                </a:cubicBezTo>
                <a:lnTo>
                  <a:pt x="20" y="63"/>
                </a:lnTo>
                <a:lnTo>
                  <a:pt x="33" y="56"/>
                </a:lnTo>
                <a:cubicBezTo>
                  <a:pt x="37" y="55"/>
                  <a:pt x="39" y="55"/>
                  <a:pt x="38" y="58"/>
                </a:cubicBezTo>
                <a:cubicBezTo>
                  <a:pt x="38" y="59"/>
                  <a:pt x="37" y="60"/>
                  <a:pt x="35" y="61"/>
                </a:cubicBezTo>
                <a:cubicBezTo>
                  <a:pt x="29" y="64"/>
                  <a:pt x="23" y="69"/>
                  <a:pt x="17" y="74"/>
                </a:cubicBezTo>
                <a:cubicBezTo>
                  <a:pt x="14" y="77"/>
                  <a:pt x="13" y="78"/>
                  <a:pt x="17" y="78"/>
                </a:cubicBezTo>
                <a:cubicBezTo>
                  <a:pt x="19" y="79"/>
                  <a:pt x="21" y="79"/>
                  <a:pt x="25" y="77"/>
                </a:cubicBezTo>
                <a:lnTo>
                  <a:pt x="29" y="76"/>
                </a:lnTo>
                <a:close/>
                <a:moveTo>
                  <a:pt x="38" y="65"/>
                </a:moveTo>
                <a:cubicBezTo>
                  <a:pt x="38" y="67"/>
                  <a:pt x="37" y="68"/>
                  <a:pt x="34" y="69"/>
                </a:cubicBezTo>
                <a:lnTo>
                  <a:pt x="30" y="70"/>
                </a:lnTo>
                <a:cubicBezTo>
                  <a:pt x="26" y="71"/>
                  <a:pt x="25" y="71"/>
                  <a:pt x="28" y="69"/>
                </a:cubicBezTo>
                <a:lnTo>
                  <a:pt x="35" y="64"/>
                </a:lnTo>
                <a:cubicBezTo>
                  <a:pt x="37" y="63"/>
                  <a:pt x="38" y="63"/>
                  <a:pt x="38" y="65"/>
                </a:cubicBezTo>
                <a:close/>
                <a:moveTo>
                  <a:pt x="48" y="57"/>
                </a:moveTo>
                <a:lnTo>
                  <a:pt x="48" y="61"/>
                </a:lnTo>
                <a:cubicBezTo>
                  <a:pt x="48" y="63"/>
                  <a:pt x="50" y="63"/>
                  <a:pt x="51" y="62"/>
                </a:cubicBezTo>
                <a:cubicBezTo>
                  <a:pt x="51" y="62"/>
                  <a:pt x="51" y="61"/>
                  <a:pt x="51" y="59"/>
                </a:cubicBezTo>
                <a:cubicBezTo>
                  <a:pt x="50" y="58"/>
                  <a:pt x="49" y="57"/>
                  <a:pt x="48" y="57"/>
                </a:cubicBezTo>
                <a:close/>
                <a:moveTo>
                  <a:pt x="50" y="50"/>
                </a:moveTo>
                <a:cubicBezTo>
                  <a:pt x="48" y="50"/>
                  <a:pt x="48" y="51"/>
                  <a:pt x="48" y="52"/>
                </a:cubicBezTo>
                <a:cubicBezTo>
                  <a:pt x="49" y="53"/>
                  <a:pt x="51" y="53"/>
                  <a:pt x="53" y="51"/>
                </a:cubicBezTo>
                <a:lnTo>
                  <a:pt x="58" y="48"/>
                </a:lnTo>
                <a:cubicBezTo>
                  <a:pt x="59" y="47"/>
                  <a:pt x="59" y="47"/>
                  <a:pt x="56" y="47"/>
                </a:cubicBezTo>
                <a:lnTo>
                  <a:pt x="51" y="49"/>
                </a:lnTo>
                <a:lnTo>
                  <a:pt x="50" y="50"/>
                </a:lnTo>
                <a:close/>
                <a:moveTo>
                  <a:pt x="48" y="39"/>
                </a:moveTo>
                <a:lnTo>
                  <a:pt x="47" y="44"/>
                </a:lnTo>
                <a:cubicBezTo>
                  <a:pt x="48" y="47"/>
                  <a:pt x="49" y="47"/>
                  <a:pt x="51" y="45"/>
                </a:cubicBezTo>
                <a:cubicBezTo>
                  <a:pt x="51" y="44"/>
                  <a:pt x="52" y="43"/>
                  <a:pt x="53" y="41"/>
                </a:cubicBezTo>
                <a:cubicBezTo>
                  <a:pt x="53" y="39"/>
                  <a:pt x="52" y="39"/>
                  <a:pt x="51" y="38"/>
                </a:cubicBezTo>
                <a:cubicBezTo>
                  <a:pt x="50" y="38"/>
                  <a:pt x="49" y="38"/>
                  <a:pt x="48" y="39"/>
                </a:cubicBezTo>
                <a:close/>
                <a:moveTo>
                  <a:pt x="60" y="14"/>
                </a:moveTo>
                <a:cubicBezTo>
                  <a:pt x="60" y="15"/>
                  <a:pt x="59" y="16"/>
                  <a:pt x="58" y="17"/>
                </a:cubicBezTo>
                <a:lnTo>
                  <a:pt x="57" y="17"/>
                </a:lnTo>
                <a:cubicBezTo>
                  <a:pt x="56" y="17"/>
                  <a:pt x="55" y="18"/>
                  <a:pt x="54" y="17"/>
                </a:cubicBezTo>
                <a:lnTo>
                  <a:pt x="57" y="14"/>
                </a:lnTo>
                <a:cubicBezTo>
                  <a:pt x="58" y="14"/>
                  <a:pt x="60" y="13"/>
                  <a:pt x="60" y="14"/>
                </a:cubicBezTo>
                <a:close/>
              </a:path>
              <a:path w="489" h="98">
                <a:moveTo>
                  <a:pt x="186" y="22"/>
                </a:moveTo>
                <a:lnTo>
                  <a:pt x="193" y="17"/>
                </a:lnTo>
                <a:cubicBezTo>
                  <a:pt x="193" y="17"/>
                  <a:pt x="195" y="13"/>
                  <a:pt x="198" y="18"/>
                </a:cubicBezTo>
                <a:cubicBezTo>
                  <a:pt x="198" y="18"/>
                  <a:pt x="202" y="23"/>
                  <a:pt x="196" y="24"/>
                </a:cubicBezTo>
                <a:cubicBezTo>
                  <a:pt x="196" y="24"/>
                  <a:pt x="193" y="26"/>
                  <a:pt x="191" y="25"/>
                </a:cubicBezTo>
                <a:cubicBezTo>
                  <a:pt x="191" y="25"/>
                  <a:pt x="180" y="30"/>
                  <a:pt x="177" y="31"/>
                </a:cubicBezTo>
                <a:cubicBezTo>
                  <a:pt x="177" y="31"/>
                  <a:pt x="171" y="33"/>
                  <a:pt x="172" y="30"/>
                </a:cubicBezTo>
                <a:lnTo>
                  <a:pt x="183" y="24"/>
                </a:lnTo>
                <a:lnTo>
                  <a:pt x="186" y="22"/>
                </a:lnTo>
                <a:close/>
              </a:path>
              <a:path w="489" h="98">
                <a:moveTo>
                  <a:pt x="217" y="29"/>
                </a:moveTo>
                <a:lnTo>
                  <a:pt x="216" y="50"/>
                </a:lnTo>
                <a:lnTo>
                  <a:pt x="220" y="47"/>
                </a:lnTo>
                <a:lnTo>
                  <a:pt x="221" y="42"/>
                </a:lnTo>
                <a:cubicBezTo>
                  <a:pt x="221" y="42"/>
                  <a:pt x="221" y="39"/>
                  <a:pt x="225" y="43"/>
                </a:cubicBezTo>
                <a:cubicBezTo>
                  <a:pt x="225" y="43"/>
                  <a:pt x="229" y="46"/>
                  <a:pt x="228" y="50"/>
                </a:cubicBezTo>
                <a:cubicBezTo>
                  <a:pt x="228" y="50"/>
                  <a:pt x="220" y="52"/>
                  <a:pt x="216" y="59"/>
                </a:cubicBezTo>
                <a:lnTo>
                  <a:pt x="216" y="83"/>
                </a:lnTo>
                <a:cubicBezTo>
                  <a:pt x="216" y="83"/>
                  <a:pt x="216" y="87"/>
                  <a:pt x="215" y="89"/>
                </a:cubicBezTo>
                <a:cubicBezTo>
                  <a:pt x="215" y="89"/>
                  <a:pt x="212" y="95"/>
                  <a:pt x="211" y="94"/>
                </a:cubicBezTo>
                <a:cubicBezTo>
                  <a:pt x="211" y="94"/>
                  <a:pt x="207" y="92"/>
                  <a:pt x="209" y="86"/>
                </a:cubicBezTo>
                <a:lnTo>
                  <a:pt x="209" y="69"/>
                </a:lnTo>
                <a:cubicBezTo>
                  <a:pt x="209" y="69"/>
                  <a:pt x="210" y="63"/>
                  <a:pt x="206" y="68"/>
                </a:cubicBezTo>
                <a:cubicBezTo>
                  <a:pt x="206" y="68"/>
                  <a:pt x="202" y="74"/>
                  <a:pt x="197" y="69"/>
                </a:cubicBezTo>
                <a:cubicBezTo>
                  <a:pt x="197" y="69"/>
                  <a:pt x="192" y="67"/>
                  <a:pt x="197" y="64"/>
                </a:cubicBezTo>
                <a:cubicBezTo>
                  <a:pt x="197" y="64"/>
                  <a:pt x="198" y="64"/>
                  <a:pt x="199" y="59"/>
                </a:cubicBezTo>
                <a:lnTo>
                  <a:pt x="200" y="55"/>
                </a:lnTo>
                <a:cubicBezTo>
                  <a:pt x="200" y="55"/>
                  <a:pt x="201" y="50"/>
                  <a:pt x="198" y="50"/>
                </a:cubicBezTo>
                <a:cubicBezTo>
                  <a:pt x="198" y="50"/>
                  <a:pt x="195" y="47"/>
                  <a:pt x="197" y="45"/>
                </a:cubicBezTo>
                <a:cubicBezTo>
                  <a:pt x="197" y="45"/>
                  <a:pt x="203" y="38"/>
                  <a:pt x="196" y="32"/>
                </a:cubicBezTo>
                <a:cubicBezTo>
                  <a:pt x="196" y="32"/>
                  <a:pt x="190" y="29"/>
                  <a:pt x="195" y="28"/>
                </a:cubicBezTo>
                <a:cubicBezTo>
                  <a:pt x="195" y="28"/>
                  <a:pt x="199" y="28"/>
                  <a:pt x="199" y="29"/>
                </a:cubicBezTo>
                <a:cubicBezTo>
                  <a:pt x="199" y="29"/>
                  <a:pt x="207" y="28"/>
                  <a:pt x="207" y="34"/>
                </a:cubicBezTo>
                <a:cubicBezTo>
                  <a:pt x="207" y="34"/>
                  <a:pt x="207" y="37"/>
                  <a:pt x="205" y="37"/>
                </a:cubicBezTo>
                <a:cubicBezTo>
                  <a:pt x="205" y="37"/>
                  <a:pt x="197" y="44"/>
                  <a:pt x="203" y="44"/>
                </a:cubicBezTo>
                <a:cubicBezTo>
                  <a:pt x="203" y="44"/>
                  <a:pt x="211" y="46"/>
                  <a:pt x="205" y="52"/>
                </a:cubicBezTo>
                <a:cubicBezTo>
                  <a:pt x="205" y="52"/>
                  <a:pt x="203" y="51"/>
                  <a:pt x="202" y="57"/>
                </a:cubicBezTo>
                <a:cubicBezTo>
                  <a:pt x="202" y="57"/>
                  <a:pt x="199" y="64"/>
                  <a:pt x="204" y="61"/>
                </a:cubicBezTo>
                <a:cubicBezTo>
                  <a:pt x="204" y="61"/>
                  <a:pt x="206" y="60"/>
                  <a:pt x="209" y="57"/>
                </a:cubicBezTo>
                <a:cubicBezTo>
                  <a:pt x="209" y="57"/>
                  <a:pt x="210" y="54"/>
                  <a:pt x="210" y="51"/>
                </a:cubicBezTo>
                <a:cubicBezTo>
                  <a:pt x="210" y="51"/>
                  <a:pt x="210" y="26"/>
                  <a:pt x="209" y="20"/>
                </a:cubicBezTo>
                <a:cubicBezTo>
                  <a:pt x="209" y="20"/>
                  <a:pt x="207" y="16"/>
                  <a:pt x="211" y="14"/>
                </a:cubicBezTo>
                <a:cubicBezTo>
                  <a:pt x="211" y="14"/>
                  <a:pt x="214" y="12"/>
                  <a:pt x="218" y="16"/>
                </a:cubicBezTo>
                <a:cubicBezTo>
                  <a:pt x="218" y="16"/>
                  <a:pt x="221" y="17"/>
                  <a:pt x="218" y="21"/>
                </a:cubicBezTo>
                <a:lnTo>
                  <a:pt x="217" y="26"/>
                </a:lnTo>
                <a:lnTo>
                  <a:pt x="217" y="29"/>
                </a:lnTo>
                <a:close/>
              </a:path>
              <a:path w="489" h="98">
                <a:moveTo>
                  <a:pt x="170" y="48"/>
                </a:moveTo>
                <a:cubicBezTo>
                  <a:pt x="170" y="48"/>
                  <a:pt x="165" y="51"/>
                  <a:pt x="163" y="49"/>
                </a:cubicBezTo>
                <a:cubicBezTo>
                  <a:pt x="163" y="49"/>
                  <a:pt x="160" y="49"/>
                  <a:pt x="162" y="52"/>
                </a:cubicBezTo>
                <a:cubicBezTo>
                  <a:pt x="162" y="52"/>
                  <a:pt x="165" y="59"/>
                  <a:pt x="171" y="55"/>
                </a:cubicBezTo>
                <a:lnTo>
                  <a:pt x="179" y="49"/>
                </a:lnTo>
                <a:cubicBezTo>
                  <a:pt x="179" y="49"/>
                  <a:pt x="182" y="45"/>
                  <a:pt x="181" y="51"/>
                </a:cubicBezTo>
                <a:cubicBezTo>
                  <a:pt x="181" y="51"/>
                  <a:pt x="181" y="55"/>
                  <a:pt x="179" y="55"/>
                </a:cubicBezTo>
                <a:lnTo>
                  <a:pt x="167" y="68"/>
                </a:lnTo>
                <a:cubicBezTo>
                  <a:pt x="167" y="68"/>
                  <a:pt x="162" y="73"/>
                  <a:pt x="168" y="74"/>
                </a:cubicBezTo>
                <a:cubicBezTo>
                  <a:pt x="168" y="74"/>
                  <a:pt x="172" y="75"/>
                  <a:pt x="175" y="72"/>
                </a:cubicBezTo>
                <a:cubicBezTo>
                  <a:pt x="175" y="72"/>
                  <a:pt x="180" y="66"/>
                  <a:pt x="179" y="70"/>
                </a:cubicBezTo>
                <a:lnTo>
                  <a:pt x="179" y="79"/>
                </a:lnTo>
                <a:cubicBezTo>
                  <a:pt x="179" y="79"/>
                  <a:pt x="178" y="82"/>
                  <a:pt x="181" y="83"/>
                </a:cubicBezTo>
                <a:cubicBezTo>
                  <a:pt x="181" y="83"/>
                  <a:pt x="183" y="85"/>
                  <a:pt x="185" y="82"/>
                </a:cubicBezTo>
                <a:cubicBezTo>
                  <a:pt x="185" y="82"/>
                  <a:pt x="187" y="80"/>
                  <a:pt x="186" y="75"/>
                </a:cubicBezTo>
                <a:lnTo>
                  <a:pt x="186" y="63"/>
                </a:lnTo>
                <a:cubicBezTo>
                  <a:pt x="186" y="63"/>
                  <a:pt x="192" y="59"/>
                  <a:pt x="193" y="57"/>
                </a:cubicBezTo>
                <a:cubicBezTo>
                  <a:pt x="193" y="57"/>
                  <a:pt x="194" y="53"/>
                  <a:pt x="190" y="57"/>
                </a:cubicBezTo>
                <a:cubicBezTo>
                  <a:pt x="190" y="57"/>
                  <a:pt x="185" y="62"/>
                  <a:pt x="186" y="58"/>
                </a:cubicBezTo>
                <a:lnTo>
                  <a:pt x="186" y="52"/>
                </a:lnTo>
                <a:cubicBezTo>
                  <a:pt x="186" y="52"/>
                  <a:pt x="197" y="43"/>
                  <a:pt x="196" y="42"/>
                </a:cubicBezTo>
                <a:cubicBezTo>
                  <a:pt x="196" y="41"/>
                  <a:pt x="198" y="40"/>
                  <a:pt x="194" y="36"/>
                </a:cubicBezTo>
                <a:cubicBezTo>
                  <a:pt x="194" y="36"/>
                  <a:pt x="191" y="34"/>
                  <a:pt x="190" y="37"/>
                </a:cubicBezTo>
                <a:cubicBezTo>
                  <a:pt x="190" y="37"/>
                  <a:pt x="186" y="41"/>
                  <a:pt x="186" y="37"/>
                </a:cubicBezTo>
                <a:cubicBezTo>
                  <a:pt x="186" y="37"/>
                  <a:pt x="189" y="34"/>
                  <a:pt x="186" y="32"/>
                </a:cubicBezTo>
                <a:cubicBezTo>
                  <a:pt x="186" y="32"/>
                  <a:pt x="182" y="28"/>
                  <a:pt x="180" y="33"/>
                </a:cubicBezTo>
                <a:cubicBezTo>
                  <a:pt x="180" y="33"/>
                  <a:pt x="178" y="33"/>
                  <a:pt x="181" y="42"/>
                </a:cubicBezTo>
                <a:lnTo>
                  <a:pt x="176" y="44"/>
                </a:lnTo>
                <a:lnTo>
                  <a:pt x="173" y="46"/>
                </a:lnTo>
                <a:lnTo>
                  <a:pt x="170" y="48"/>
                </a:lnTo>
                <a:close/>
                <a:moveTo>
                  <a:pt x="186" y="43"/>
                </a:moveTo>
                <a:cubicBezTo>
                  <a:pt x="186" y="43"/>
                  <a:pt x="187" y="41"/>
                  <a:pt x="189" y="42"/>
                </a:cubicBezTo>
                <a:cubicBezTo>
                  <a:pt x="189" y="42"/>
                  <a:pt x="189" y="44"/>
                  <a:pt x="188" y="45"/>
                </a:cubicBezTo>
                <a:cubicBezTo>
                  <a:pt x="188" y="45"/>
                  <a:pt x="186" y="46"/>
                  <a:pt x="187" y="44"/>
                </a:cubicBezTo>
                <a:cubicBezTo>
                  <a:pt x="186" y="46"/>
                  <a:pt x="186" y="43"/>
                  <a:pt x="186" y="43"/>
                </a:cubicBezTo>
                <a:close/>
                <a:moveTo>
                  <a:pt x="175" y="64"/>
                </a:moveTo>
                <a:lnTo>
                  <a:pt x="178" y="61"/>
                </a:lnTo>
                <a:cubicBezTo>
                  <a:pt x="178" y="61"/>
                  <a:pt x="180" y="57"/>
                  <a:pt x="180" y="60"/>
                </a:cubicBezTo>
                <a:cubicBezTo>
                  <a:pt x="180" y="60"/>
                  <a:pt x="180" y="65"/>
                  <a:pt x="177" y="65"/>
                </a:cubicBezTo>
                <a:cubicBezTo>
                  <a:pt x="177" y="65"/>
                  <a:pt x="174" y="67"/>
                  <a:pt x="174" y="65"/>
                </a:cubicBezTo>
                <a:lnTo>
                  <a:pt x="175" y="65"/>
                </a:lnTo>
                <a:lnTo>
                  <a:pt x="175" y="64"/>
                </a:lnTo>
                <a:close/>
              </a:path>
              <a:path w="489" h="98">
                <a:moveTo>
                  <a:pt x="255" y="43"/>
                </a:moveTo>
                <a:cubicBezTo>
                  <a:pt x="255" y="43"/>
                  <a:pt x="252" y="46"/>
                  <a:pt x="249" y="46"/>
                </a:cubicBezTo>
                <a:cubicBezTo>
                  <a:pt x="249" y="46"/>
                  <a:pt x="247" y="45"/>
                  <a:pt x="248" y="48"/>
                </a:cubicBezTo>
                <a:cubicBezTo>
                  <a:pt x="248" y="48"/>
                  <a:pt x="248" y="51"/>
                  <a:pt x="253" y="52"/>
                </a:cubicBezTo>
                <a:cubicBezTo>
                  <a:pt x="253" y="52"/>
                  <a:pt x="257" y="52"/>
                  <a:pt x="257" y="51"/>
                </a:cubicBezTo>
                <a:cubicBezTo>
                  <a:pt x="257" y="51"/>
                  <a:pt x="257" y="49"/>
                  <a:pt x="260" y="48"/>
                </a:cubicBezTo>
                <a:cubicBezTo>
                  <a:pt x="260" y="48"/>
                  <a:pt x="263" y="46"/>
                  <a:pt x="264" y="45"/>
                </a:cubicBezTo>
                <a:cubicBezTo>
                  <a:pt x="264" y="45"/>
                  <a:pt x="267" y="42"/>
                  <a:pt x="266" y="46"/>
                </a:cubicBezTo>
                <a:lnTo>
                  <a:pt x="265" y="55"/>
                </a:lnTo>
                <a:cubicBezTo>
                  <a:pt x="265" y="59"/>
                  <a:pt x="258" y="64"/>
                  <a:pt x="256" y="66"/>
                </a:cubicBezTo>
                <a:cubicBezTo>
                  <a:pt x="256" y="66"/>
                  <a:pt x="253" y="69"/>
                  <a:pt x="251" y="69"/>
                </a:cubicBezTo>
                <a:cubicBezTo>
                  <a:pt x="251" y="69"/>
                  <a:pt x="249" y="68"/>
                  <a:pt x="251" y="72"/>
                </a:cubicBezTo>
                <a:cubicBezTo>
                  <a:pt x="251" y="72"/>
                  <a:pt x="255" y="76"/>
                  <a:pt x="257" y="75"/>
                </a:cubicBezTo>
                <a:lnTo>
                  <a:pt x="261" y="71"/>
                </a:lnTo>
                <a:lnTo>
                  <a:pt x="263" y="67"/>
                </a:lnTo>
                <a:cubicBezTo>
                  <a:pt x="263" y="67"/>
                  <a:pt x="266" y="63"/>
                  <a:pt x="265" y="69"/>
                </a:cubicBezTo>
                <a:cubicBezTo>
                  <a:pt x="265" y="69"/>
                  <a:pt x="265" y="77"/>
                  <a:pt x="263" y="79"/>
                </a:cubicBezTo>
                <a:cubicBezTo>
                  <a:pt x="263" y="79"/>
                  <a:pt x="262" y="79"/>
                  <a:pt x="264" y="82"/>
                </a:cubicBezTo>
                <a:cubicBezTo>
                  <a:pt x="264" y="82"/>
                  <a:pt x="266" y="87"/>
                  <a:pt x="268" y="85"/>
                </a:cubicBezTo>
                <a:lnTo>
                  <a:pt x="270" y="81"/>
                </a:lnTo>
                <a:cubicBezTo>
                  <a:pt x="270" y="81"/>
                  <a:pt x="272" y="78"/>
                  <a:pt x="271" y="76"/>
                </a:cubicBezTo>
                <a:cubicBezTo>
                  <a:pt x="270" y="75"/>
                  <a:pt x="271" y="57"/>
                  <a:pt x="271" y="57"/>
                </a:cubicBezTo>
                <a:lnTo>
                  <a:pt x="277" y="48"/>
                </a:lnTo>
                <a:cubicBezTo>
                  <a:pt x="277" y="48"/>
                  <a:pt x="281" y="44"/>
                  <a:pt x="277" y="44"/>
                </a:cubicBezTo>
                <a:cubicBezTo>
                  <a:pt x="277" y="44"/>
                  <a:pt x="275" y="46"/>
                  <a:pt x="273" y="49"/>
                </a:cubicBezTo>
                <a:cubicBezTo>
                  <a:pt x="273" y="49"/>
                  <a:pt x="271" y="51"/>
                  <a:pt x="272" y="46"/>
                </a:cubicBezTo>
                <a:lnTo>
                  <a:pt x="272" y="40"/>
                </a:lnTo>
                <a:cubicBezTo>
                  <a:pt x="272" y="40"/>
                  <a:pt x="271" y="37"/>
                  <a:pt x="275" y="36"/>
                </a:cubicBezTo>
                <a:lnTo>
                  <a:pt x="279" y="33"/>
                </a:lnTo>
                <a:cubicBezTo>
                  <a:pt x="279" y="33"/>
                  <a:pt x="282" y="31"/>
                  <a:pt x="280" y="30"/>
                </a:cubicBezTo>
                <a:cubicBezTo>
                  <a:pt x="280" y="30"/>
                  <a:pt x="276" y="26"/>
                  <a:pt x="276" y="30"/>
                </a:cubicBezTo>
                <a:lnTo>
                  <a:pt x="274" y="32"/>
                </a:lnTo>
                <a:cubicBezTo>
                  <a:pt x="274" y="32"/>
                  <a:pt x="272" y="34"/>
                  <a:pt x="273" y="30"/>
                </a:cubicBezTo>
                <a:lnTo>
                  <a:pt x="274" y="23"/>
                </a:lnTo>
                <a:cubicBezTo>
                  <a:pt x="274" y="23"/>
                  <a:pt x="274" y="18"/>
                  <a:pt x="276" y="17"/>
                </a:cubicBezTo>
                <a:cubicBezTo>
                  <a:pt x="276" y="17"/>
                  <a:pt x="273" y="11"/>
                  <a:pt x="269" y="14"/>
                </a:cubicBezTo>
                <a:cubicBezTo>
                  <a:pt x="269" y="14"/>
                  <a:pt x="263" y="17"/>
                  <a:pt x="267" y="21"/>
                </a:cubicBezTo>
                <a:lnTo>
                  <a:pt x="266" y="35"/>
                </a:lnTo>
                <a:cubicBezTo>
                  <a:pt x="266" y="35"/>
                  <a:pt x="266" y="38"/>
                  <a:pt x="264" y="38"/>
                </a:cubicBezTo>
                <a:lnTo>
                  <a:pt x="258" y="42"/>
                </a:lnTo>
                <a:lnTo>
                  <a:pt x="256" y="43"/>
                </a:lnTo>
                <a:lnTo>
                  <a:pt x="255" y="43"/>
                </a:lnTo>
                <a:close/>
              </a:path>
              <a:path w="489" h="98">
                <a:moveTo>
                  <a:pt x="303" y="56"/>
                </a:moveTo>
                <a:cubicBezTo>
                  <a:pt x="303" y="56"/>
                  <a:pt x="300" y="63"/>
                  <a:pt x="298" y="65"/>
                </a:cubicBezTo>
                <a:lnTo>
                  <a:pt x="304" y="70"/>
                </a:lnTo>
                <a:cubicBezTo>
                  <a:pt x="304" y="70"/>
                  <a:pt x="306" y="73"/>
                  <a:pt x="317" y="73"/>
                </a:cubicBezTo>
                <a:cubicBezTo>
                  <a:pt x="317" y="73"/>
                  <a:pt x="323" y="73"/>
                  <a:pt x="316" y="76"/>
                </a:cubicBezTo>
                <a:lnTo>
                  <a:pt x="307" y="81"/>
                </a:lnTo>
                <a:cubicBezTo>
                  <a:pt x="307" y="81"/>
                  <a:pt x="300" y="84"/>
                  <a:pt x="299" y="80"/>
                </a:cubicBezTo>
                <a:lnTo>
                  <a:pt x="295" y="73"/>
                </a:lnTo>
                <a:cubicBezTo>
                  <a:pt x="295" y="73"/>
                  <a:pt x="294" y="68"/>
                  <a:pt x="293" y="72"/>
                </a:cubicBezTo>
                <a:cubicBezTo>
                  <a:pt x="293" y="72"/>
                  <a:pt x="288" y="78"/>
                  <a:pt x="285" y="78"/>
                </a:cubicBezTo>
                <a:cubicBezTo>
                  <a:pt x="285" y="78"/>
                  <a:pt x="280" y="79"/>
                  <a:pt x="276" y="77"/>
                </a:cubicBezTo>
                <a:cubicBezTo>
                  <a:pt x="276" y="77"/>
                  <a:pt x="269" y="77"/>
                  <a:pt x="279" y="75"/>
                </a:cubicBezTo>
                <a:cubicBezTo>
                  <a:pt x="279" y="75"/>
                  <a:pt x="286" y="73"/>
                  <a:pt x="290" y="66"/>
                </a:cubicBezTo>
                <a:lnTo>
                  <a:pt x="283" y="58"/>
                </a:lnTo>
                <a:cubicBezTo>
                  <a:pt x="283" y="58"/>
                  <a:pt x="280" y="55"/>
                  <a:pt x="284" y="55"/>
                </a:cubicBezTo>
                <a:cubicBezTo>
                  <a:pt x="284" y="55"/>
                  <a:pt x="285" y="54"/>
                  <a:pt x="289" y="57"/>
                </a:cubicBezTo>
                <a:cubicBezTo>
                  <a:pt x="289" y="57"/>
                  <a:pt x="291" y="59"/>
                  <a:pt x="292" y="60"/>
                </a:cubicBezTo>
                <a:cubicBezTo>
                  <a:pt x="293" y="60"/>
                  <a:pt x="293" y="61"/>
                  <a:pt x="295" y="59"/>
                </a:cubicBezTo>
                <a:cubicBezTo>
                  <a:pt x="295" y="58"/>
                  <a:pt x="296" y="56"/>
                  <a:pt x="298" y="52"/>
                </a:cubicBezTo>
                <a:cubicBezTo>
                  <a:pt x="298" y="52"/>
                  <a:pt x="300" y="49"/>
                  <a:pt x="296" y="50"/>
                </a:cubicBezTo>
                <a:cubicBezTo>
                  <a:pt x="296" y="50"/>
                  <a:pt x="293" y="52"/>
                  <a:pt x="292" y="54"/>
                </a:cubicBezTo>
                <a:cubicBezTo>
                  <a:pt x="292" y="54"/>
                  <a:pt x="290" y="56"/>
                  <a:pt x="287" y="54"/>
                </a:cubicBezTo>
                <a:cubicBezTo>
                  <a:pt x="287" y="54"/>
                  <a:pt x="282" y="51"/>
                  <a:pt x="285" y="49"/>
                </a:cubicBezTo>
                <a:lnTo>
                  <a:pt x="286" y="45"/>
                </a:lnTo>
                <a:cubicBezTo>
                  <a:pt x="286" y="45"/>
                  <a:pt x="288" y="40"/>
                  <a:pt x="284" y="44"/>
                </a:cubicBezTo>
                <a:cubicBezTo>
                  <a:pt x="284" y="44"/>
                  <a:pt x="282" y="47"/>
                  <a:pt x="281" y="45"/>
                </a:cubicBezTo>
                <a:lnTo>
                  <a:pt x="276" y="41"/>
                </a:lnTo>
                <a:cubicBezTo>
                  <a:pt x="276" y="41"/>
                  <a:pt x="273" y="38"/>
                  <a:pt x="278" y="39"/>
                </a:cubicBezTo>
                <a:lnTo>
                  <a:pt x="290" y="34"/>
                </a:lnTo>
                <a:cubicBezTo>
                  <a:pt x="290" y="34"/>
                  <a:pt x="291" y="25"/>
                  <a:pt x="292" y="23"/>
                </a:cubicBezTo>
                <a:cubicBezTo>
                  <a:pt x="292" y="23"/>
                  <a:pt x="293" y="14"/>
                  <a:pt x="298" y="15"/>
                </a:cubicBezTo>
                <a:cubicBezTo>
                  <a:pt x="298" y="15"/>
                  <a:pt x="302" y="15"/>
                  <a:pt x="305" y="23"/>
                </a:cubicBezTo>
                <a:cubicBezTo>
                  <a:pt x="305" y="23"/>
                  <a:pt x="308" y="26"/>
                  <a:pt x="304" y="29"/>
                </a:cubicBezTo>
                <a:cubicBezTo>
                  <a:pt x="304" y="29"/>
                  <a:pt x="296" y="34"/>
                  <a:pt x="295" y="35"/>
                </a:cubicBezTo>
                <a:cubicBezTo>
                  <a:pt x="295" y="35"/>
                  <a:pt x="292" y="37"/>
                  <a:pt x="291" y="41"/>
                </a:cubicBezTo>
                <a:cubicBezTo>
                  <a:pt x="291" y="41"/>
                  <a:pt x="287" y="50"/>
                  <a:pt x="291" y="47"/>
                </a:cubicBezTo>
                <a:lnTo>
                  <a:pt x="301" y="40"/>
                </a:lnTo>
                <a:cubicBezTo>
                  <a:pt x="301" y="40"/>
                  <a:pt x="302" y="37"/>
                  <a:pt x="307" y="41"/>
                </a:cubicBezTo>
                <a:cubicBezTo>
                  <a:pt x="307" y="41"/>
                  <a:pt x="312" y="44"/>
                  <a:pt x="309" y="47"/>
                </a:cubicBezTo>
                <a:lnTo>
                  <a:pt x="305" y="52"/>
                </a:lnTo>
                <a:lnTo>
                  <a:pt x="303" y="54"/>
                </a:lnTo>
                <a:lnTo>
                  <a:pt x="303" y="56"/>
                </a:lnTo>
                <a:close/>
                <a:moveTo>
                  <a:pt x="295" y="27"/>
                </a:moveTo>
                <a:cubicBezTo>
                  <a:pt x="295" y="27"/>
                  <a:pt x="297" y="22"/>
                  <a:pt x="299" y="24"/>
                </a:cubicBezTo>
                <a:cubicBezTo>
                  <a:pt x="299" y="24"/>
                  <a:pt x="302" y="24"/>
                  <a:pt x="299" y="27"/>
                </a:cubicBezTo>
                <a:lnTo>
                  <a:pt x="297" y="30"/>
                </a:lnTo>
                <a:cubicBezTo>
                  <a:pt x="297" y="30"/>
                  <a:pt x="294" y="33"/>
                  <a:pt x="295" y="28"/>
                </a:cubicBezTo>
                <a:cubicBezTo>
                  <a:pt x="294" y="33"/>
                  <a:pt x="295" y="27"/>
                  <a:pt x="295" y="27"/>
                </a:cubicBezTo>
                <a:close/>
              </a:path>
              <a:path w="489" h="98">
                <a:moveTo>
                  <a:pt x="354" y="54"/>
                </a:moveTo>
                <a:cubicBezTo>
                  <a:pt x="354" y="54"/>
                  <a:pt x="348" y="58"/>
                  <a:pt x="341" y="59"/>
                </a:cubicBezTo>
                <a:cubicBezTo>
                  <a:pt x="341" y="59"/>
                  <a:pt x="336" y="59"/>
                  <a:pt x="342" y="62"/>
                </a:cubicBezTo>
                <a:lnTo>
                  <a:pt x="347" y="66"/>
                </a:lnTo>
                <a:cubicBezTo>
                  <a:pt x="347" y="66"/>
                  <a:pt x="352" y="67"/>
                  <a:pt x="354" y="64"/>
                </a:cubicBezTo>
                <a:lnTo>
                  <a:pt x="358" y="61"/>
                </a:lnTo>
                <a:cubicBezTo>
                  <a:pt x="358" y="61"/>
                  <a:pt x="364" y="56"/>
                  <a:pt x="361" y="63"/>
                </a:cubicBezTo>
                <a:cubicBezTo>
                  <a:pt x="361" y="63"/>
                  <a:pt x="357" y="73"/>
                  <a:pt x="342" y="79"/>
                </a:cubicBezTo>
                <a:cubicBezTo>
                  <a:pt x="342" y="79"/>
                  <a:pt x="335" y="81"/>
                  <a:pt x="346" y="80"/>
                </a:cubicBezTo>
                <a:cubicBezTo>
                  <a:pt x="346" y="80"/>
                  <a:pt x="365" y="83"/>
                  <a:pt x="372" y="50"/>
                </a:cubicBezTo>
                <a:cubicBezTo>
                  <a:pt x="372" y="50"/>
                  <a:pt x="385" y="41"/>
                  <a:pt x="388" y="40"/>
                </a:cubicBezTo>
                <a:cubicBezTo>
                  <a:pt x="388" y="40"/>
                  <a:pt x="393" y="37"/>
                  <a:pt x="387" y="36"/>
                </a:cubicBezTo>
                <a:cubicBezTo>
                  <a:pt x="387" y="36"/>
                  <a:pt x="383" y="33"/>
                  <a:pt x="380" y="38"/>
                </a:cubicBezTo>
                <a:lnTo>
                  <a:pt x="377" y="40"/>
                </a:lnTo>
                <a:cubicBezTo>
                  <a:pt x="377" y="40"/>
                  <a:pt x="373" y="43"/>
                  <a:pt x="374" y="37"/>
                </a:cubicBezTo>
                <a:lnTo>
                  <a:pt x="376" y="26"/>
                </a:lnTo>
                <a:cubicBezTo>
                  <a:pt x="376" y="26"/>
                  <a:pt x="377" y="22"/>
                  <a:pt x="374" y="21"/>
                </a:cubicBezTo>
                <a:cubicBezTo>
                  <a:pt x="371" y="19"/>
                  <a:pt x="368" y="15"/>
                  <a:pt x="368" y="15"/>
                </a:cubicBezTo>
                <a:cubicBezTo>
                  <a:pt x="368" y="15"/>
                  <a:pt x="365" y="12"/>
                  <a:pt x="365" y="18"/>
                </a:cubicBezTo>
                <a:cubicBezTo>
                  <a:pt x="365" y="18"/>
                  <a:pt x="368" y="35"/>
                  <a:pt x="365" y="47"/>
                </a:cubicBezTo>
                <a:lnTo>
                  <a:pt x="359" y="51"/>
                </a:lnTo>
                <a:lnTo>
                  <a:pt x="357" y="53"/>
                </a:lnTo>
                <a:lnTo>
                  <a:pt x="354" y="54"/>
                </a:lnTo>
                <a:close/>
              </a:path>
              <a:path w="489" h="98">
                <a:moveTo>
                  <a:pt x="378" y="66"/>
                </a:moveTo>
                <a:lnTo>
                  <a:pt x="383" y="76"/>
                </a:lnTo>
                <a:cubicBezTo>
                  <a:pt x="383" y="76"/>
                  <a:pt x="386" y="79"/>
                  <a:pt x="391" y="76"/>
                </a:cubicBezTo>
                <a:lnTo>
                  <a:pt x="401" y="72"/>
                </a:lnTo>
                <a:cubicBezTo>
                  <a:pt x="401" y="72"/>
                  <a:pt x="405" y="70"/>
                  <a:pt x="400" y="70"/>
                </a:cubicBezTo>
                <a:cubicBezTo>
                  <a:pt x="400" y="70"/>
                  <a:pt x="384" y="70"/>
                  <a:pt x="377" y="55"/>
                </a:cubicBezTo>
                <a:cubicBezTo>
                  <a:pt x="377" y="55"/>
                  <a:pt x="374" y="51"/>
                  <a:pt x="374" y="55"/>
                </a:cubicBezTo>
                <a:cubicBezTo>
                  <a:pt x="374" y="55"/>
                  <a:pt x="373" y="56"/>
                  <a:pt x="376" y="60"/>
                </a:cubicBezTo>
                <a:lnTo>
                  <a:pt x="377" y="63"/>
                </a:lnTo>
                <a:lnTo>
                  <a:pt x="378" y="66"/>
                </a:lnTo>
                <a:close/>
              </a:path>
              <a:path w="489" h="98">
                <a:moveTo>
                  <a:pt x="437" y="62"/>
                </a:moveTo>
                <a:cubicBezTo>
                  <a:pt x="437" y="62"/>
                  <a:pt x="428" y="68"/>
                  <a:pt x="424" y="68"/>
                </a:cubicBezTo>
                <a:cubicBezTo>
                  <a:pt x="424" y="68"/>
                  <a:pt x="420" y="68"/>
                  <a:pt x="424" y="71"/>
                </a:cubicBezTo>
                <a:lnTo>
                  <a:pt x="432" y="74"/>
                </a:lnTo>
                <a:cubicBezTo>
                  <a:pt x="432" y="74"/>
                  <a:pt x="436" y="78"/>
                  <a:pt x="438" y="73"/>
                </a:cubicBezTo>
                <a:cubicBezTo>
                  <a:pt x="438" y="73"/>
                  <a:pt x="449" y="59"/>
                  <a:pt x="452" y="59"/>
                </a:cubicBezTo>
                <a:cubicBezTo>
                  <a:pt x="452" y="59"/>
                  <a:pt x="456" y="55"/>
                  <a:pt x="456" y="60"/>
                </a:cubicBezTo>
                <a:cubicBezTo>
                  <a:pt x="456" y="60"/>
                  <a:pt x="456" y="68"/>
                  <a:pt x="456" y="77"/>
                </a:cubicBezTo>
                <a:cubicBezTo>
                  <a:pt x="456" y="77"/>
                  <a:pt x="458" y="86"/>
                  <a:pt x="450" y="85"/>
                </a:cubicBezTo>
                <a:lnTo>
                  <a:pt x="444" y="86"/>
                </a:lnTo>
                <a:lnTo>
                  <a:pt x="451" y="89"/>
                </a:lnTo>
                <a:lnTo>
                  <a:pt x="457" y="91"/>
                </a:lnTo>
                <a:cubicBezTo>
                  <a:pt x="457" y="91"/>
                  <a:pt x="462" y="94"/>
                  <a:pt x="464" y="88"/>
                </a:cubicBezTo>
                <a:cubicBezTo>
                  <a:pt x="464" y="88"/>
                  <a:pt x="465" y="86"/>
                  <a:pt x="463" y="75"/>
                </a:cubicBezTo>
                <a:lnTo>
                  <a:pt x="461" y="54"/>
                </a:lnTo>
                <a:cubicBezTo>
                  <a:pt x="461" y="54"/>
                  <a:pt x="463" y="49"/>
                  <a:pt x="467" y="53"/>
                </a:cubicBezTo>
                <a:lnTo>
                  <a:pt x="467" y="56"/>
                </a:lnTo>
                <a:cubicBezTo>
                  <a:pt x="467" y="56"/>
                  <a:pt x="466" y="60"/>
                  <a:pt x="471" y="56"/>
                </a:cubicBezTo>
                <a:cubicBezTo>
                  <a:pt x="471" y="56"/>
                  <a:pt x="474" y="53"/>
                  <a:pt x="477" y="53"/>
                </a:cubicBezTo>
                <a:cubicBezTo>
                  <a:pt x="477" y="53"/>
                  <a:pt x="480" y="50"/>
                  <a:pt x="476" y="49"/>
                </a:cubicBezTo>
                <a:cubicBezTo>
                  <a:pt x="476" y="49"/>
                  <a:pt x="473" y="45"/>
                  <a:pt x="468" y="46"/>
                </a:cubicBezTo>
                <a:cubicBezTo>
                  <a:pt x="468" y="46"/>
                  <a:pt x="463" y="46"/>
                  <a:pt x="469" y="41"/>
                </a:cubicBezTo>
                <a:lnTo>
                  <a:pt x="473" y="38"/>
                </a:lnTo>
                <a:cubicBezTo>
                  <a:pt x="473" y="38"/>
                  <a:pt x="477" y="35"/>
                  <a:pt x="472" y="33"/>
                </a:cubicBezTo>
                <a:lnTo>
                  <a:pt x="470" y="31"/>
                </a:lnTo>
                <a:cubicBezTo>
                  <a:pt x="470" y="31"/>
                  <a:pt x="467" y="30"/>
                  <a:pt x="473" y="25"/>
                </a:cubicBezTo>
                <a:cubicBezTo>
                  <a:pt x="473" y="25"/>
                  <a:pt x="478" y="20"/>
                  <a:pt x="483" y="19"/>
                </a:cubicBezTo>
                <a:cubicBezTo>
                  <a:pt x="483" y="19"/>
                  <a:pt x="489" y="15"/>
                  <a:pt x="483" y="9"/>
                </a:cubicBezTo>
                <a:cubicBezTo>
                  <a:pt x="483" y="9"/>
                  <a:pt x="478" y="2"/>
                  <a:pt x="472" y="6"/>
                </a:cubicBezTo>
                <a:lnTo>
                  <a:pt x="462" y="11"/>
                </a:lnTo>
                <a:cubicBezTo>
                  <a:pt x="462" y="11"/>
                  <a:pt x="458" y="14"/>
                  <a:pt x="461" y="10"/>
                </a:cubicBezTo>
                <a:cubicBezTo>
                  <a:pt x="461" y="10"/>
                  <a:pt x="463" y="6"/>
                  <a:pt x="460" y="5"/>
                </a:cubicBezTo>
                <a:lnTo>
                  <a:pt x="457" y="3"/>
                </a:lnTo>
                <a:cubicBezTo>
                  <a:pt x="457" y="3"/>
                  <a:pt x="453" y="0"/>
                  <a:pt x="453" y="4"/>
                </a:cubicBezTo>
                <a:cubicBezTo>
                  <a:pt x="453" y="4"/>
                  <a:pt x="451" y="12"/>
                  <a:pt x="447" y="10"/>
                </a:cubicBezTo>
                <a:cubicBezTo>
                  <a:pt x="447" y="10"/>
                  <a:pt x="442" y="8"/>
                  <a:pt x="442" y="11"/>
                </a:cubicBezTo>
                <a:cubicBezTo>
                  <a:pt x="442" y="11"/>
                  <a:pt x="449" y="15"/>
                  <a:pt x="446" y="18"/>
                </a:cubicBezTo>
                <a:cubicBezTo>
                  <a:pt x="446" y="18"/>
                  <a:pt x="441" y="24"/>
                  <a:pt x="439" y="18"/>
                </a:cubicBezTo>
                <a:cubicBezTo>
                  <a:pt x="439" y="18"/>
                  <a:pt x="436" y="11"/>
                  <a:pt x="430" y="9"/>
                </a:cubicBezTo>
                <a:cubicBezTo>
                  <a:pt x="430" y="9"/>
                  <a:pt x="425" y="7"/>
                  <a:pt x="428" y="11"/>
                </a:cubicBezTo>
                <a:cubicBezTo>
                  <a:pt x="428" y="11"/>
                  <a:pt x="434" y="16"/>
                  <a:pt x="435" y="21"/>
                </a:cubicBezTo>
                <a:cubicBezTo>
                  <a:pt x="435" y="21"/>
                  <a:pt x="438" y="27"/>
                  <a:pt x="433" y="23"/>
                </a:cubicBezTo>
                <a:cubicBezTo>
                  <a:pt x="433" y="23"/>
                  <a:pt x="426" y="17"/>
                  <a:pt x="427" y="21"/>
                </a:cubicBezTo>
                <a:cubicBezTo>
                  <a:pt x="427" y="21"/>
                  <a:pt x="433" y="32"/>
                  <a:pt x="436" y="37"/>
                </a:cubicBezTo>
                <a:cubicBezTo>
                  <a:pt x="436" y="37"/>
                  <a:pt x="439" y="42"/>
                  <a:pt x="439" y="36"/>
                </a:cubicBezTo>
                <a:cubicBezTo>
                  <a:pt x="439" y="36"/>
                  <a:pt x="438" y="30"/>
                  <a:pt x="442" y="34"/>
                </a:cubicBezTo>
                <a:cubicBezTo>
                  <a:pt x="442" y="34"/>
                  <a:pt x="445" y="37"/>
                  <a:pt x="447" y="35"/>
                </a:cubicBezTo>
                <a:cubicBezTo>
                  <a:pt x="447" y="35"/>
                  <a:pt x="449" y="31"/>
                  <a:pt x="447" y="31"/>
                </a:cubicBezTo>
                <a:cubicBezTo>
                  <a:pt x="444" y="30"/>
                  <a:pt x="445" y="26"/>
                  <a:pt x="445" y="26"/>
                </a:cubicBezTo>
                <a:cubicBezTo>
                  <a:pt x="445" y="26"/>
                  <a:pt x="443" y="22"/>
                  <a:pt x="445" y="22"/>
                </a:cubicBezTo>
                <a:cubicBezTo>
                  <a:pt x="445" y="22"/>
                  <a:pt x="453" y="17"/>
                  <a:pt x="450" y="22"/>
                </a:cubicBezTo>
                <a:cubicBezTo>
                  <a:pt x="450" y="22"/>
                  <a:pt x="444" y="27"/>
                  <a:pt x="452" y="32"/>
                </a:cubicBezTo>
                <a:cubicBezTo>
                  <a:pt x="452" y="32"/>
                  <a:pt x="460" y="35"/>
                  <a:pt x="463" y="28"/>
                </a:cubicBezTo>
                <a:cubicBezTo>
                  <a:pt x="463" y="28"/>
                  <a:pt x="464" y="23"/>
                  <a:pt x="462" y="21"/>
                </a:cubicBezTo>
                <a:cubicBezTo>
                  <a:pt x="462" y="21"/>
                  <a:pt x="458" y="16"/>
                  <a:pt x="463" y="16"/>
                </a:cubicBezTo>
                <a:lnTo>
                  <a:pt x="468" y="14"/>
                </a:lnTo>
                <a:cubicBezTo>
                  <a:pt x="468" y="14"/>
                  <a:pt x="473" y="12"/>
                  <a:pt x="472" y="16"/>
                </a:cubicBezTo>
                <a:lnTo>
                  <a:pt x="466" y="28"/>
                </a:lnTo>
                <a:cubicBezTo>
                  <a:pt x="466" y="28"/>
                  <a:pt x="463" y="34"/>
                  <a:pt x="460" y="34"/>
                </a:cubicBezTo>
                <a:lnTo>
                  <a:pt x="444" y="43"/>
                </a:lnTo>
                <a:cubicBezTo>
                  <a:pt x="444" y="43"/>
                  <a:pt x="437" y="45"/>
                  <a:pt x="442" y="46"/>
                </a:cubicBezTo>
                <a:cubicBezTo>
                  <a:pt x="442" y="46"/>
                  <a:pt x="447" y="48"/>
                  <a:pt x="450" y="44"/>
                </a:cubicBezTo>
                <a:lnTo>
                  <a:pt x="458" y="40"/>
                </a:lnTo>
                <a:cubicBezTo>
                  <a:pt x="458" y="40"/>
                  <a:pt x="463" y="36"/>
                  <a:pt x="460" y="42"/>
                </a:cubicBezTo>
                <a:cubicBezTo>
                  <a:pt x="460" y="42"/>
                  <a:pt x="460" y="47"/>
                  <a:pt x="453" y="52"/>
                </a:cubicBezTo>
                <a:lnTo>
                  <a:pt x="443" y="59"/>
                </a:lnTo>
                <a:lnTo>
                  <a:pt x="440" y="60"/>
                </a:lnTo>
                <a:lnTo>
                  <a:pt x="437" y="62"/>
                </a:lnTo>
                <a:close/>
                <a:moveTo>
                  <a:pt x="456" y="23"/>
                </a:moveTo>
                <a:cubicBezTo>
                  <a:pt x="457" y="23"/>
                  <a:pt x="458" y="24"/>
                  <a:pt x="458" y="25"/>
                </a:cubicBezTo>
                <a:cubicBezTo>
                  <a:pt x="458" y="27"/>
                  <a:pt x="457" y="28"/>
                  <a:pt x="456" y="28"/>
                </a:cubicBezTo>
                <a:cubicBezTo>
                  <a:pt x="455" y="28"/>
                  <a:pt x="454" y="27"/>
                  <a:pt x="454" y="25"/>
                </a:cubicBezTo>
                <a:cubicBezTo>
                  <a:pt x="454" y="24"/>
                  <a:pt x="455" y="23"/>
                  <a:pt x="456" y="23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sp>
        <p:nvSpPr>
          <p:cNvPr id="23" name="Freeform 6"/>
          <p:cNvSpPr>
            <a:spLocks noGrp="1"/>
          </p:cNvSpPr>
          <p:nvPr/>
        </p:nvSpPr>
        <p:spPr>
          <a:xfrm>
            <a:off x="10466070" y="520700"/>
            <a:ext cx="1549400" cy="49530"/>
          </a:xfrm>
          <a:custGeom>
            <a:avLst/>
            <a:gdLst/>
            <a:ahLst/>
            <a:cxnLst/>
            <a:rect l="l" t="t" r="r" b="b"/>
            <a:pathLst>
              <a:path w="471" h="15">
                <a:moveTo>
                  <a:pt x="0" y="15"/>
                </a:moveTo>
                <a:lnTo>
                  <a:pt x="0" y="0"/>
                </a:lnTo>
                <a:lnTo>
                  <a:pt x="2" y="0"/>
                </a:lnTo>
                <a:lnTo>
                  <a:pt x="2" y="6"/>
                </a:lnTo>
                <a:lnTo>
                  <a:pt x="9" y="6"/>
                </a:lnTo>
                <a:lnTo>
                  <a:pt x="9" y="0"/>
                </a:lnTo>
                <a:lnTo>
                  <a:pt x="10" y="0"/>
                </a:lnTo>
                <a:lnTo>
                  <a:pt x="10" y="15"/>
                </a:lnTo>
                <a:lnTo>
                  <a:pt x="9" y="15"/>
                </a:lnTo>
                <a:lnTo>
                  <a:pt x="9" y="8"/>
                </a:lnTo>
                <a:lnTo>
                  <a:pt x="2" y="8"/>
                </a:lnTo>
                <a:lnTo>
                  <a:pt x="2" y="15"/>
                </a:lnTo>
                <a:lnTo>
                  <a:pt x="0" y="15"/>
                </a:lnTo>
                <a:close/>
              </a:path>
              <a:path w="471" h="15">
                <a:moveTo>
                  <a:pt x="21" y="0"/>
                </a:moveTo>
                <a:lnTo>
                  <a:pt x="22" y="0"/>
                </a:lnTo>
                <a:lnTo>
                  <a:pt x="22" y="9"/>
                </a:lnTo>
                <a:cubicBezTo>
                  <a:pt x="22" y="10"/>
                  <a:pt x="22" y="11"/>
                  <a:pt x="22" y="12"/>
                </a:cubicBezTo>
                <a:cubicBezTo>
                  <a:pt x="22" y="13"/>
                  <a:pt x="21" y="14"/>
                  <a:pt x="20" y="14"/>
                </a:cubicBezTo>
                <a:cubicBezTo>
                  <a:pt x="20" y="15"/>
                  <a:pt x="19" y="15"/>
                  <a:pt x="17" y="15"/>
                </a:cubicBezTo>
                <a:cubicBezTo>
                  <a:pt x="16" y="15"/>
                  <a:pt x="15" y="15"/>
                  <a:pt x="15" y="14"/>
                </a:cubicBezTo>
                <a:cubicBezTo>
                  <a:pt x="14" y="14"/>
                  <a:pt x="13" y="13"/>
                  <a:pt x="13" y="12"/>
                </a:cubicBezTo>
                <a:cubicBezTo>
                  <a:pt x="13" y="11"/>
                  <a:pt x="12" y="10"/>
                  <a:pt x="12" y="9"/>
                </a:cubicBezTo>
                <a:lnTo>
                  <a:pt x="12" y="0"/>
                </a:lnTo>
                <a:lnTo>
                  <a:pt x="14" y="0"/>
                </a:lnTo>
                <a:lnTo>
                  <a:pt x="14" y="9"/>
                </a:lnTo>
                <a:cubicBezTo>
                  <a:pt x="14" y="10"/>
                  <a:pt x="14" y="11"/>
                  <a:pt x="14" y="11"/>
                </a:cubicBezTo>
                <a:cubicBezTo>
                  <a:pt x="15" y="12"/>
                  <a:pt x="15" y="12"/>
                  <a:pt x="15" y="13"/>
                </a:cubicBezTo>
                <a:cubicBezTo>
                  <a:pt x="16" y="13"/>
                  <a:pt x="17" y="13"/>
                  <a:pt x="17" y="13"/>
                </a:cubicBezTo>
                <a:cubicBezTo>
                  <a:pt x="18" y="13"/>
                  <a:pt x="19" y="13"/>
                  <a:pt x="20" y="12"/>
                </a:cubicBezTo>
                <a:cubicBezTo>
                  <a:pt x="20" y="12"/>
                  <a:pt x="21" y="10"/>
                  <a:pt x="21" y="9"/>
                </a:cubicBezTo>
                <a:lnTo>
                  <a:pt x="21" y="0"/>
                </a:lnTo>
                <a:close/>
              </a:path>
              <a:path w="471" h="15">
                <a:moveTo>
                  <a:pt x="23" y="15"/>
                </a:moveTo>
                <a:lnTo>
                  <a:pt x="28" y="0"/>
                </a:lnTo>
                <a:lnTo>
                  <a:pt x="30" y="0"/>
                </a:lnTo>
                <a:lnTo>
                  <a:pt x="35" y="15"/>
                </a:lnTo>
                <a:lnTo>
                  <a:pt x="33" y="15"/>
                </a:lnTo>
                <a:lnTo>
                  <a:pt x="32" y="10"/>
                </a:lnTo>
                <a:lnTo>
                  <a:pt x="26" y="10"/>
                </a:lnTo>
                <a:lnTo>
                  <a:pt x="25" y="15"/>
                </a:lnTo>
                <a:lnTo>
                  <a:pt x="23" y="15"/>
                </a:lnTo>
                <a:close/>
                <a:moveTo>
                  <a:pt x="27" y="9"/>
                </a:moveTo>
                <a:lnTo>
                  <a:pt x="31" y="9"/>
                </a:lnTo>
                <a:lnTo>
                  <a:pt x="30" y="5"/>
                </a:lnTo>
                <a:cubicBezTo>
                  <a:pt x="29" y="4"/>
                  <a:pt x="29" y="3"/>
                  <a:pt x="29" y="2"/>
                </a:cubicBezTo>
                <a:cubicBezTo>
                  <a:pt x="29" y="3"/>
                  <a:pt x="28" y="4"/>
                  <a:pt x="28" y="5"/>
                </a:cubicBezTo>
                <a:lnTo>
                  <a:pt x="27" y="9"/>
                </a:lnTo>
                <a:close/>
              </a:path>
              <a:path w="471" h="15">
                <a:moveTo>
                  <a:pt x="35" y="15"/>
                </a:moveTo>
                <a:lnTo>
                  <a:pt x="35" y="13"/>
                </a:lnTo>
                <a:lnTo>
                  <a:pt x="41" y="4"/>
                </a:lnTo>
                <a:cubicBezTo>
                  <a:pt x="42" y="3"/>
                  <a:pt x="42" y="2"/>
                  <a:pt x="42" y="2"/>
                </a:cubicBezTo>
                <a:lnTo>
                  <a:pt x="35" y="2"/>
                </a:lnTo>
                <a:lnTo>
                  <a:pt x="35" y="0"/>
                </a:lnTo>
                <a:lnTo>
                  <a:pt x="44" y="0"/>
                </a:lnTo>
                <a:lnTo>
                  <a:pt x="44" y="2"/>
                </a:lnTo>
                <a:lnTo>
                  <a:pt x="37" y="12"/>
                </a:lnTo>
                <a:lnTo>
                  <a:pt x="37" y="13"/>
                </a:lnTo>
                <a:lnTo>
                  <a:pt x="45" y="13"/>
                </a:lnTo>
                <a:lnTo>
                  <a:pt x="45" y="15"/>
                </a:lnTo>
                <a:lnTo>
                  <a:pt x="35" y="15"/>
                </a:lnTo>
                <a:close/>
              </a:path>
              <a:path w="471" h="15">
                <a:moveTo>
                  <a:pt x="46" y="15"/>
                </a:moveTo>
                <a:lnTo>
                  <a:pt x="46" y="0"/>
                </a:lnTo>
                <a:lnTo>
                  <a:pt x="48" y="0"/>
                </a:lnTo>
                <a:lnTo>
                  <a:pt x="48" y="6"/>
                </a:lnTo>
                <a:lnTo>
                  <a:pt x="54" y="6"/>
                </a:lnTo>
                <a:lnTo>
                  <a:pt x="54" y="0"/>
                </a:lnTo>
                <a:lnTo>
                  <a:pt x="56" y="0"/>
                </a:lnTo>
                <a:lnTo>
                  <a:pt x="56" y="15"/>
                </a:lnTo>
                <a:lnTo>
                  <a:pt x="54" y="15"/>
                </a:lnTo>
                <a:lnTo>
                  <a:pt x="54" y="8"/>
                </a:lnTo>
                <a:lnTo>
                  <a:pt x="48" y="8"/>
                </a:lnTo>
                <a:lnTo>
                  <a:pt x="48" y="15"/>
                </a:lnTo>
                <a:lnTo>
                  <a:pt x="46" y="15"/>
                </a:lnTo>
                <a:close/>
              </a:path>
              <a:path w="471" h="15">
                <a:moveTo>
                  <a:pt x="58" y="8"/>
                </a:moveTo>
                <a:cubicBezTo>
                  <a:pt x="58" y="5"/>
                  <a:pt x="58" y="3"/>
                  <a:pt x="59" y="2"/>
                </a:cubicBezTo>
                <a:cubicBezTo>
                  <a:pt x="60" y="1"/>
                  <a:pt x="62" y="0"/>
                  <a:pt x="64" y="0"/>
                </a:cubicBezTo>
                <a:cubicBezTo>
                  <a:pt x="65" y="0"/>
                  <a:pt x="66" y="0"/>
                  <a:pt x="67" y="1"/>
                </a:cubicBezTo>
                <a:cubicBezTo>
                  <a:pt x="68" y="2"/>
                  <a:pt x="68" y="3"/>
                  <a:pt x="69" y="4"/>
                </a:cubicBezTo>
                <a:cubicBezTo>
                  <a:pt x="69" y="5"/>
                  <a:pt x="70" y="6"/>
                  <a:pt x="70" y="8"/>
                </a:cubicBezTo>
                <a:cubicBezTo>
                  <a:pt x="70" y="9"/>
                  <a:pt x="69" y="10"/>
                  <a:pt x="69" y="11"/>
                </a:cubicBezTo>
                <a:cubicBezTo>
                  <a:pt x="68" y="13"/>
                  <a:pt x="68" y="13"/>
                  <a:pt x="67" y="14"/>
                </a:cubicBezTo>
                <a:cubicBezTo>
                  <a:pt x="66" y="15"/>
                  <a:pt x="65" y="15"/>
                  <a:pt x="64" y="15"/>
                </a:cubicBezTo>
                <a:cubicBezTo>
                  <a:pt x="62" y="15"/>
                  <a:pt x="61" y="15"/>
                  <a:pt x="60" y="14"/>
                </a:cubicBezTo>
                <a:cubicBezTo>
                  <a:pt x="59" y="13"/>
                  <a:pt x="59" y="12"/>
                  <a:pt x="58" y="11"/>
                </a:cubicBezTo>
                <a:cubicBezTo>
                  <a:pt x="58" y="10"/>
                  <a:pt x="58" y="9"/>
                  <a:pt x="58" y="8"/>
                </a:cubicBezTo>
                <a:close/>
                <a:moveTo>
                  <a:pt x="59" y="8"/>
                </a:moveTo>
                <a:cubicBezTo>
                  <a:pt x="59" y="9"/>
                  <a:pt x="60" y="11"/>
                  <a:pt x="60" y="12"/>
                </a:cubicBezTo>
                <a:cubicBezTo>
                  <a:pt x="61" y="13"/>
                  <a:pt x="62" y="13"/>
                  <a:pt x="64" y="13"/>
                </a:cubicBezTo>
                <a:cubicBezTo>
                  <a:pt x="65" y="13"/>
                  <a:pt x="66" y="13"/>
                  <a:pt x="67" y="12"/>
                </a:cubicBezTo>
                <a:cubicBezTo>
                  <a:pt x="67" y="11"/>
                  <a:pt x="68" y="9"/>
                  <a:pt x="68" y="7"/>
                </a:cubicBezTo>
                <a:cubicBezTo>
                  <a:pt x="68" y="6"/>
                  <a:pt x="68" y="5"/>
                  <a:pt x="67" y="4"/>
                </a:cubicBezTo>
                <a:cubicBezTo>
                  <a:pt x="67" y="4"/>
                  <a:pt x="66" y="3"/>
                  <a:pt x="66" y="2"/>
                </a:cubicBezTo>
                <a:cubicBezTo>
                  <a:pt x="65" y="2"/>
                  <a:pt x="64" y="2"/>
                  <a:pt x="64" y="2"/>
                </a:cubicBezTo>
                <a:cubicBezTo>
                  <a:pt x="62" y="2"/>
                  <a:pt x="61" y="2"/>
                  <a:pt x="61" y="3"/>
                </a:cubicBezTo>
                <a:cubicBezTo>
                  <a:pt x="60" y="4"/>
                  <a:pt x="59" y="6"/>
                  <a:pt x="59" y="8"/>
                </a:cubicBezTo>
                <a:close/>
              </a:path>
              <a:path w="471" h="15">
                <a:moveTo>
                  <a:pt x="71" y="15"/>
                </a:moveTo>
                <a:lnTo>
                  <a:pt x="71" y="0"/>
                </a:lnTo>
                <a:lnTo>
                  <a:pt x="73" y="0"/>
                </a:lnTo>
                <a:lnTo>
                  <a:pt x="79" y="12"/>
                </a:lnTo>
                <a:lnTo>
                  <a:pt x="79" y="0"/>
                </a:lnTo>
                <a:lnTo>
                  <a:pt x="81" y="0"/>
                </a:lnTo>
                <a:lnTo>
                  <a:pt x="81" y="15"/>
                </a:lnTo>
                <a:lnTo>
                  <a:pt x="79" y="15"/>
                </a:lnTo>
                <a:lnTo>
                  <a:pt x="73" y="3"/>
                </a:lnTo>
                <a:lnTo>
                  <a:pt x="73" y="15"/>
                </a:lnTo>
                <a:lnTo>
                  <a:pt x="71" y="15"/>
                </a:lnTo>
                <a:close/>
              </a:path>
              <a:path w="471" h="15">
                <a:moveTo>
                  <a:pt x="89" y="9"/>
                </a:moveTo>
                <a:lnTo>
                  <a:pt x="89" y="7"/>
                </a:lnTo>
                <a:lnTo>
                  <a:pt x="94" y="7"/>
                </a:lnTo>
                <a:lnTo>
                  <a:pt x="94" y="13"/>
                </a:lnTo>
                <a:cubicBezTo>
                  <a:pt x="94" y="13"/>
                  <a:pt x="93" y="14"/>
                  <a:pt x="92" y="14"/>
                </a:cubicBezTo>
                <a:cubicBezTo>
                  <a:pt x="91" y="15"/>
                  <a:pt x="90" y="15"/>
                  <a:pt x="89" y="15"/>
                </a:cubicBezTo>
                <a:cubicBezTo>
                  <a:pt x="88" y="15"/>
                  <a:pt x="87" y="15"/>
                  <a:pt x="86" y="14"/>
                </a:cubicBezTo>
                <a:cubicBezTo>
                  <a:pt x="85" y="13"/>
                  <a:pt x="84" y="13"/>
                  <a:pt x="84" y="11"/>
                </a:cubicBezTo>
                <a:cubicBezTo>
                  <a:pt x="83" y="10"/>
                  <a:pt x="83" y="9"/>
                  <a:pt x="83" y="8"/>
                </a:cubicBezTo>
                <a:cubicBezTo>
                  <a:pt x="83" y="6"/>
                  <a:pt x="83" y="5"/>
                  <a:pt x="84" y="4"/>
                </a:cubicBezTo>
                <a:cubicBezTo>
                  <a:pt x="84" y="2"/>
                  <a:pt x="85" y="2"/>
                  <a:pt x="86" y="1"/>
                </a:cubicBezTo>
                <a:cubicBezTo>
                  <a:pt x="87" y="0"/>
                  <a:pt x="88" y="0"/>
                  <a:pt x="89" y="0"/>
                </a:cubicBezTo>
                <a:cubicBezTo>
                  <a:pt x="90" y="0"/>
                  <a:pt x="91" y="0"/>
                  <a:pt x="92" y="1"/>
                </a:cubicBezTo>
                <a:cubicBezTo>
                  <a:pt x="92" y="1"/>
                  <a:pt x="93" y="1"/>
                  <a:pt x="93" y="2"/>
                </a:cubicBezTo>
                <a:cubicBezTo>
                  <a:pt x="94" y="3"/>
                  <a:pt x="94" y="3"/>
                  <a:pt x="94" y="4"/>
                </a:cubicBezTo>
                <a:lnTo>
                  <a:pt x="93" y="5"/>
                </a:lnTo>
                <a:cubicBezTo>
                  <a:pt x="93" y="4"/>
                  <a:pt x="92" y="3"/>
                  <a:pt x="92" y="3"/>
                </a:cubicBezTo>
                <a:cubicBezTo>
                  <a:pt x="92" y="3"/>
                  <a:pt x="91" y="2"/>
                  <a:pt x="91" y="2"/>
                </a:cubicBezTo>
                <a:cubicBezTo>
                  <a:pt x="90" y="2"/>
                  <a:pt x="90" y="2"/>
                  <a:pt x="89" y="2"/>
                </a:cubicBezTo>
                <a:cubicBezTo>
                  <a:pt x="88" y="2"/>
                  <a:pt x="88" y="2"/>
                  <a:pt x="87" y="2"/>
                </a:cubicBezTo>
                <a:cubicBezTo>
                  <a:pt x="87" y="2"/>
                  <a:pt x="86" y="3"/>
                  <a:pt x="86" y="3"/>
                </a:cubicBezTo>
                <a:cubicBezTo>
                  <a:pt x="86" y="4"/>
                  <a:pt x="85" y="4"/>
                  <a:pt x="85" y="5"/>
                </a:cubicBezTo>
                <a:cubicBezTo>
                  <a:pt x="85" y="5"/>
                  <a:pt x="85" y="6"/>
                  <a:pt x="85" y="7"/>
                </a:cubicBezTo>
                <a:cubicBezTo>
                  <a:pt x="85" y="9"/>
                  <a:pt x="85" y="10"/>
                  <a:pt x="85" y="11"/>
                </a:cubicBezTo>
                <a:cubicBezTo>
                  <a:pt x="86" y="12"/>
                  <a:pt x="86" y="12"/>
                  <a:pt x="87" y="13"/>
                </a:cubicBezTo>
                <a:cubicBezTo>
                  <a:pt x="88" y="13"/>
                  <a:pt x="88" y="13"/>
                  <a:pt x="89" y="13"/>
                </a:cubicBezTo>
                <a:cubicBezTo>
                  <a:pt x="90" y="13"/>
                  <a:pt x="91" y="13"/>
                  <a:pt x="91" y="13"/>
                </a:cubicBezTo>
                <a:cubicBezTo>
                  <a:pt x="92" y="12"/>
                  <a:pt x="92" y="12"/>
                  <a:pt x="93" y="12"/>
                </a:cubicBezTo>
                <a:lnTo>
                  <a:pt x="93" y="9"/>
                </a:lnTo>
                <a:lnTo>
                  <a:pt x="89" y="9"/>
                </a:lnTo>
                <a:close/>
              </a:path>
              <a:path w="471" h="15">
                <a:moveTo>
                  <a:pt x="110" y="0"/>
                </a:moveTo>
                <a:lnTo>
                  <a:pt x="112" y="0"/>
                </a:lnTo>
                <a:lnTo>
                  <a:pt x="112" y="9"/>
                </a:lnTo>
                <a:cubicBezTo>
                  <a:pt x="112" y="10"/>
                  <a:pt x="111" y="11"/>
                  <a:pt x="111" y="12"/>
                </a:cubicBezTo>
                <a:cubicBezTo>
                  <a:pt x="111" y="13"/>
                  <a:pt x="110" y="14"/>
                  <a:pt x="110" y="14"/>
                </a:cubicBezTo>
                <a:cubicBezTo>
                  <a:pt x="109" y="15"/>
                  <a:pt x="108" y="15"/>
                  <a:pt x="107" y="15"/>
                </a:cubicBezTo>
                <a:cubicBezTo>
                  <a:pt x="106" y="15"/>
                  <a:pt x="105" y="15"/>
                  <a:pt x="104" y="14"/>
                </a:cubicBezTo>
                <a:cubicBezTo>
                  <a:pt x="103" y="14"/>
                  <a:pt x="103" y="13"/>
                  <a:pt x="102" y="12"/>
                </a:cubicBezTo>
                <a:cubicBezTo>
                  <a:pt x="102" y="11"/>
                  <a:pt x="102" y="10"/>
                  <a:pt x="102" y="9"/>
                </a:cubicBezTo>
                <a:lnTo>
                  <a:pt x="102" y="0"/>
                </a:lnTo>
                <a:lnTo>
                  <a:pt x="103" y="0"/>
                </a:lnTo>
                <a:lnTo>
                  <a:pt x="103" y="9"/>
                </a:lnTo>
                <a:cubicBezTo>
                  <a:pt x="103" y="10"/>
                  <a:pt x="104" y="11"/>
                  <a:pt x="104" y="11"/>
                </a:cubicBezTo>
                <a:cubicBezTo>
                  <a:pt x="104" y="12"/>
                  <a:pt x="104" y="12"/>
                  <a:pt x="105" y="13"/>
                </a:cubicBezTo>
                <a:cubicBezTo>
                  <a:pt x="105" y="13"/>
                  <a:pt x="106" y="13"/>
                  <a:pt x="107" y="13"/>
                </a:cubicBezTo>
                <a:cubicBezTo>
                  <a:pt x="108" y="13"/>
                  <a:pt x="109" y="13"/>
                  <a:pt x="109" y="12"/>
                </a:cubicBezTo>
                <a:cubicBezTo>
                  <a:pt x="110" y="12"/>
                  <a:pt x="110" y="10"/>
                  <a:pt x="110" y="9"/>
                </a:cubicBezTo>
                <a:lnTo>
                  <a:pt x="110" y="0"/>
                </a:lnTo>
                <a:close/>
              </a:path>
              <a:path w="471" h="15">
                <a:moveTo>
                  <a:pt x="114" y="15"/>
                </a:moveTo>
                <a:lnTo>
                  <a:pt x="114" y="0"/>
                </a:lnTo>
                <a:lnTo>
                  <a:pt x="116" y="0"/>
                </a:lnTo>
                <a:lnTo>
                  <a:pt x="122" y="12"/>
                </a:lnTo>
                <a:lnTo>
                  <a:pt x="122" y="0"/>
                </a:lnTo>
                <a:lnTo>
                  <a:pt x="124" y="0"/>
                </a:lnTo>
                <a:lnTo>
                  <a:pt x="124" y="15"/>
                </a:lnTo>
                <a:lnTo>
                  <a:pt x="122" y="15"/>
                </a:lnTo>
                <a:lnTo>
                  <a:pt x="115" y="3"/>
                </a:lnTo>
                <a:lnTo>
                  <a:pt x="115" y="15"/>
                </a:lnTo>
                <a:lnTo>
                  <a:pt x="114" y="15"/>
                </a:lnTo>
                <a:close/>
              </a:path>
              <a:path w="471" h="15">
                <a:moveTo>
                  <a:pt x="126" y="15"/>
                </a:moveTo>
                <a:lnTo>
                  <a:pt x="126" y="0"/>
                </a:lnTo>
                <a:lnTo>
                  <a:pt x="128" y="0"/>
                </a:lnTo>
                <a:lnTo>
                  <a:pt x="128" y="15"/>
                </a:lnTo>
                <a:lnTo>
                  <a:pt x="126" y="15"/>
                </a:lnTo>
                <a:close/>
              </a:path>
              <a:path w="471" h="15">
                <a:moveTo>
                  <a:pt x="134" y="15"/>
                </a:moveTo>
                <a:lnTo>
                  <a:pt x="129" y="0"/>
                </a:lnTo>
                <a:lnTo>
                  <a:pt x="131" y="0"/>
                </a:lnTo>
                <a:lnTo>
                  <a:pt x="134" y="11"/>
                </a:lnTo>
                <a:cubicBezTo>
                  <a:pt x="134" y="12"/>
                  <a:pt x="135" y="12"/>
                  <a:pt x="135" y="13"/>
                </a:cubicBezTo>
                <a:cubicBezTo>
                  <a:pt x="135" y="12"/>
                  <a:pt x="135" y="12"/>
                  <a:pt x="135" y="11"/>
                </a:cubicBezTo>
                <a:lnTo>
                  <a:pt x="139" y="0"/>
                </a:lnTo>
                <a:lnTo>
                  <a:pt x="141" y="0"/>
                </a:lnTo>
                <a:lnTo>
                  <a:pt x="136" y="15"/>
                </a:lnTo>
                <a:lnTo>
                  <a:pt x="134" y="15"/>
                </a:lnTo>
                <a:close/>
              </a:path>
              <a:path w="471" h="15">
                <a:moveTo>
                  <a:pt x="142" y="15"/>
                </a:moveTo>
                <a:lnTo>
                  <a:pt x="142" y="0"/>
                </a:lnTo>
                <a:lnTo>
                  <a:pt x="151" y="0"/>
                </a:lnTo>
                <a:lnTo>
                  <a:pt x="151" y="2"/>
                </a:lnTo>
                <a:lnTo>
                  <a:pt x="143" y="2"/>
                </a:lnTo>
                <a:lnTo>
                  <a:pt x="143" y="6"/>
                </a:lnTo>
                <a:lnTo>
                  <a:pt x="150" y="6"/>
                </a:lnTo>
                <a:lnTo>
                  <a:pt x="150" y="8"/>
                </a:lnTo>
                <a:lnTo>
                  <a:pt x="143" y="8"/>
                </a:lnTo>
                <a:lnTo>
                  <a:pt x="143" y="13"/>
                </a:lnTo>
                <a:lnTo>
                  <a:pt x="151" y="13"/>
                </a:lnTo>
                <a:lnTo>
                  <a:pt x="151" y="15"/>
                </a:lnTo>
                <a:lnTo>
                  <a:pt x="142" y="15"/>
                </a:lnTo>
                <a:close/>
              </a:path>
              <a:path w="471" h="15">
                <a:moveTo>
                  <a:pt x="153" y="15"/>
                </a:moveTo>
                <a:lnTo>
                  <a:pt x="153" y="0"/>
                </a:lnTo>
                <a:lnTo>
                  <a:pt x="158" y="0"/>
                </a:lnTo>
                <a:cubicBezTo>
                  <a:pt x="159" y="0"/>
                  <a:pt x="160" y="0"/>
                  <a:pt x="161" y="1"/>
                </a:cubicBezTo>
                <a:cubicBezTo>
                  <a:pt x="161" y="1"/>
                  <a:pt x="162" y="1"/>
                  <a:pt x="162" y="2"/>
                </a:cubicBezTo>
                <a:cubicBezTo>
                  <a:pt x="163" y="3"/>
                  <a:pt x="163" y="3"/>
                  <a:pt x="163" y="4"/>
                </a:cubicBezTo>
                <a:cubicBezTo>
                  <a:pt x="163" y="5"/>
                  <a:pt x="162" y="6"/>
                  <a:pt x="162" y="7"/>
                </a:cubicBezTo>
                <a:cubicBezTo>
                  <a:pt x="161" y="7"/>
                  <a:pt x="160" y="8"/>
                  <a:pt x="159" y="8"/>
                </a:cubicBezTo>
                <a:cubicBezTo>
                  <a:pt x="160" y="8"/>
                  <a:pt x="160" y="9"/>
                  <a:pt x="160" y="9"/>
                </a:cubicBezTo>
                <a:cubicBezTo>
                  <a:pt x="161" y="9"/>
                  <a:pt x="161" y="10"/>
                  <a:pt x="162" y="11"/>
                </a:cubicBezTo>
                <a:lnTo>
                  <a:pt x="164" y="15"/>
                </a:lnTo>
                <a:lnTo>
                  <a:pt x="162" y="15"/>
                </a:lnTo>
                <a:lnTo>
                  <a:pt x="160" y="12"/>
                </a:lnTo>
                <a:cubicBezTo>
                  <a:pt x="160" y="11"/>
                  <a:pt x="159" y="10"/>
                  <a:pt x="159" y="10"/>
                </a:cubicBezTo>
                <a:cubicBezTo>
                  <a:pt x="159" y="9"/>
                  <a:pt x="158" y="9"/>
                  <a:pt x="158" y="9"/>
                </a:cubicBezTo>
                <a:cubicBezTo>
                  <a:pt x="158" y="9"/>
                  <a:pt x="158" y="8"/>
                  <a:pt x="157" y="8"/>
                </a:cubicBezTo>
                <a:cubicBezTo>
                  <a:pt x="157" y="8"/>
                  <a:pt x="157" y="8"/>
                  <a:pt x="156" y="8"/>
                </a:cubicBezTo>
                <a:lnTo>
                  <a:pt x="154" y="8"/>
                </a:lnTo>
                <a:lnTo>
                  <a:pt x="154" y="15"/>
                </a:lnTo>
                <a:lnTo>
                  <a:pt x="153" y="15"/>
                </a:lnTo>
                <a:close/>
                <a:moveTo>
                  <a:pt x="154" y="7"/>
                </a:moveTo>
                <a:lnTo>
                  <a:pt x="158" y="7"/>
                </a:lnTo>
                <a:cubicBezTo>
                  <a:pt x="159" y="7"/>
                  <a:pt x="159" y="7"/>
                  <a:pt x="160" y="6"/>
                </a:cubicBezTo>
                <a:cubicBezTo>
                  <a:pt x="160" y="6"/>
                  <a:pt x="160" y="6"/>
                  <a:pt x="161" y="6"/>
                </a:cubicBezTo>
                <a:cubicBezTo>
                  <a:pt x="161" y="5"/>
                  <a:pt x="161" y="5"/>
                  <a:pt x="161" y="4"/>
                </a:cubicBezTo>
                <a:cubicBezTo>
                  <a:pt x="161" y="4"/>
                  <a:pt x="161" y="3"/>
                  <a:pt x="160" y="3"/>
                </a:cubicBezTo>
                <a:cubicBezTo>
                  <a:pt x="160" y="2"/>
                  <a:pt x="159" y="2"/>
                  <a:pt x="158" y="2"/>
                </a:cubicBezTo>
                <a:lnTo>
                  <a:pt x="154" y="2"/>
                </a:lnTo>
                <a:lnTo>
                  <a:pt x="154" y="7"/>
                </a:lnTo>
                <a:close/>
              </a:path>
              <a:path w="471" h="15">
                <a:moveTo>
                  <a:pt x="164" y="10"/>
                </a:moveTo>
                <a:lnTo>
                  <a:pt x="166" y="10"/>
                </a:lnTo>
                <a:cubicBezTo>
                  <a:pt x="166" y="11"/>
                  <a:pt x="166" y="11"/>
                  <a:pt x="166" y="12"/>
                </a:cubicBezTo>
                <a:cubicBezTo>
                  <a:pt x="167" y="12"/>
                  <a:pt x="167" y="13"/>
                  <a:pt x="168" y="13"/>
                </a:cubicBezTo>
                <a:cubicBezTo>
                  <a:pt x="168" y="13"/>
                  <a:pt x="169" y="13"/>
                  <a:pt x="170" y="13"/>
                </a:cubicBezTo>
                <a:cubicBezTo>
                  <a:pt x="170" y="13"/>
                  <a:pt x="171" y="13"/>
                  <a:pt x="171" y="13"/>
                </a:cubicBezTo>
                <a:cubicBezTo>
                  <a:pt x="172" y="13"/>
                  <a:pt x="172" y="12"/>
                  <a:pt x="172" y="12"/>
                </a:cubicBezTo>
                <a:cubicBezTo>
                  <a:pt x="173" y="12"/>
                  <a:pt x="173" y="11"/>
                  <a:pt x="173" y="11"/>
                </a:cubicBezTo>
                <a:cubicBezTo>
                  <a:pt x="173" y="10"/>
                  <a:pt x="173" y="10"/>
                  <a:pt x="172" y="10"/>
                </a:cubicBezTo>
                <a:cubicBezTo>
                  <a:pt x="172" y="9"/>
                  <a:pt x="172" y="9"/>
                  <a:pt x="171" y="9"/>
                </a:cubicBezTo>
                <a:cubicBezTo>
                  <a:pt x="171" y="9"/>
                  <a:pt x="170" y="8"/>
                  <a:pt x="169" y="8"/>
                </a:cubicBezTo>
                <a:cubicBezTo>
                  <a:pt x="168" y="8"/>
                  <a:pt x="167" y="7"/>
                  <a:pt x="167" y="7"/>
                </a:cubicBezTo>
                <a:cubicBezTo>
                  <a:pt x="166" y="7"/>
                  <a:pt x="166" y="6"/>
                  <a:pt x="165" y="6"/>
                </a:cubicBezTo>
                <a:cubicBezTo>
                  <a:pt x="165" y="5"/>
                  <a:pt x="165" y="5"/>
                  <a:pt x="165" y="4"/>
                </a:cubicBezTo>
                <a:cubicBezTo>
                  <a:pt x="165" y="3"/>
                  <a:pt x="165" y="3"/>
                  <a:pt x="165" y="2"/>
                </a:cubicBezTo>
                <a:cubicBezTo>
                  <a:pt x="166" y="1"/>
                  <a:pt x="166" y="1"/>
                  <a:pt x="167" y="1"/>
                </a:cubicBezTo>
                <a:cubicBezTo>
                  <a:pt x="168" y="0"/>
                  <a:pt x="168" y="0"/>
                  <a:pt x="169" y="0"/>
                </a:cubicBezTo>
                <a:cubicBezTo>
                  <a:pt x="170" y="0"/>
                  <a:pt x="171" y="0"/>
                  <a:pt x="172" y="1"/>
                </a:cubicBezTo>
                <a:cubicBezTo>
                  <a:pt x="172" y="1"/>
                  <a:pt x="173" y="1"/>
                  <a:pt x="173" y="2"/>
                </a:cubicBezTo>
                <a:cubicBezTo>
                  <a:pt x="174" y="3"/>
                  <a:pt x="174" y="3"/>
                  <a:pt x="174" y="4"/>
                </a:cubicBezTo>
                <a:lnTo>
                  <a:pt x="172" y="4"/>
                </a:lnTo>
                <a:cubicBezTo>
                  <a:pt x="172" y="4"/>
                  <a:pt x="172" y="3"/>
                  <a:pt x="171" y="2"/>
                </a:cubicBezTo>
                <a:cubicBezTo>
                  <a:pt x="171" y="2"/>
                  <a:pt x="170" y="2"/>
                  <a:pt x="169" y="2"/>
                </a:cubicBezTo>
                <a:cubicBezTo>
                  <a:pt x="168" y="2"/>
                  <a:pt x="168" y="2"/>
                  <a:pt x="167" y="2"/>
                </a:cubicBezTo>
                <a:cubicBezTo>
                  <a:pt x="167" y="3"/>
                  <a:pt x="166" y="3"/>
                  <a:pt x="166" y="4"/>
                </a:cubicBezTo>
                <a:cubicBezTo>
                  <a:pt x="166" y="4"/>
                  <a:pt x="167" y="5"/>
                  <a:pt x="167" y="5"/>
                </a:cubicBezTo>
                <a:cubicBezTo>
                  <a:pt x="167" y="5"/>
                  <a:pt x="168" y="6"/>
                  <a:pt x="169" y="6"/>
                </a:cubicBezTo>
                <a:cubicBezTo>
                  <a:pt x="171" y="7"/>
                  <a:pt x="172" y="7"/>
                  <a:pt x="172" y="7"/>
                </a:cubicBezTo>
                <a:cubicBezTo>
                  <a:pt x="173" y="7"/>
                  <a:pt x="173" y="8"/>
                  <a:pt x="174" y="9"/>
                </a:cubicBezTo>
                <a:cubicBezTo>
                  <a:pt x="174" y="9"/>
                  <a:pt x="174" y="10"/>
                  <a:pt x="174" y="11"/>
                </a:cubicBezTo>
                <a:cubicBezTo>
                  <a:pt x="174" y="11"/>
                  <a:pt x="174" y="12"/>
                  <a:pt x="174" y="13"/>
                </a:cubicBezTo>
                <a:cubicBezTo>
                  <a:pt x="173" y="13"/>
                  <a:pt x="173" y="14"/>
                  <a:pt x="172" y="14"/>
                </a:cubicBezTo>
                <a:cubicBezTo>
                  <a:pt x="171" y="15"/>
                  <a:pt x="171" y="15"/>
                  <a:pt x="170" y="15"/>
                </a:cubicBezTo>
                <a:cubicBezTo>
                  <a:pt x="169" y="15"/>
                  <a:pt x="168" y="15"/>
                  <a:pt x="167" y="14"/>
                </a:cubicBezTo>
                <a:cubicBezTo>
                  <a:pt x="166" y="14"/>
                  <a:pt x="165" y="13"/>
                  <a:pt x="165" y="13"/>
                </a:cubicBezTo>
                <a:cubicBezTo>
                  <a:pt x="165" y="12"/>
                  <a:pt x="164" y="11"/>
                  <a:pt x="164" y="10"/>
                </a:cubicBezTo>
                <a:close/>
              </a:path>
              <a:path w="471" h="15">
                <a:moveTo>
                  <a:pt x="176" y="15"/>
                </a:moveTo>
                <a:lnTo>
                  <a:pt x="176" y="0"/>
                </a:lnTo>
                <a:lnTo>
                  <a:pt x="178" y="0"/>
                </a:lnTo>
                <a:lnTo>
                  <a:pt x="178" y="15"/>
                </a:lnTo>
                <a:lnTo>
                  <a:pt x="176" y="15"/>
                </a:lnTo>
                <a:close/>
              </a:path>
              <a:path w="471" h="15">
                <a:moveTo>
                  <a:pt x="184" y="15"/>
                </a:moveTo>
                <a:lnTo>
                  <a:pt x="184" y="2"/>
                </a:lnTo>
                <a:lnTo>
                  <a:pt x="179" y="2"/>
                </a:lnTo>
                <a:lnTo>
                  <a:pt x="179" y="0"/>
                </a:lnTo>
                <a:lnTo>
                  <a:pt x="189" y="0"/>
                </a:lnTo>
                <a:lnTo>
                  <a:pt x="189" y="2"/>
                </a:lnTo>
                <a:lnTo>
                  <a:pt x="185" y="2"/>
                </a:lnTo>
                <a:lnTo>
                  <a:pt x="185" y="15"/>
                </a:lnTo>
                <a:lnTo>
                  <a:pt x="184" y="15"/>
                </a:lnTo>
                <a:close/>
              </a:path>
              <a:path w="471" h="15">
                <a:moveTo>
                  <a:pt x="194" y="15"/>
                </a:moveTo>
                <a:lnTo>
                  <a:pt x="194" y="9"/>
                </a:lnTo>
                <a:lnTo>
                  <a:pt x="189" y="0"/>
                </a:lnTo>
                <a:lnTo>
                  <a:pt x="191" y="0"/>
                </a:lnTo>
                <a:lnTo>
                  <a:pt x="194" y="5"/>
                </a:lnTo>
                <a:cubicBezTo>
                  <a:pt x="194" y="5"/>
                  <a:pt x="195" y="6"/>
                  <a:pt x="195" y="7"/>
                </a:cubicBezTo>
                <a:cubicBezTo>
                  <a:pt x="195" y="6"/>
                  <a:pt x="196" y="5"/>
                  <a:pt x="196" y="5"/>
                </a:cubicBezTo>
                <a:lnTo>
                  <a:pt x="199" y="0"/>
                </a:lnTo>
                <a:lnTo>
                  <a:pt x="201" y="0"/>
                </a:lnTo>
                <a:lnTo>
                  <a:pt x="196" y="9"/>
                </a:lnTo>
                <a:lnTo>
                  <a:pt x="196" y="15"/>
                </a:lnTo>
                <a:lnTo>
                  <a:pt x="194" y="15"/>
                </a:lnTo>
                <a:close/>
              </a:path>
              <a:path w="471" h="15">
                <a:moveTo>
                  <a:pt x="206" y="8"/>
                </a:moveTo>
                <a:cubicBezTo>
                  <a:pt x="206" y="5"/>
                  <a:pt x="207" y="3"/>
                  <a:pt x="208" y="2"/>
                </a:cubicBezTo>
                <a:cubicBezTo>
                  <a:pt x="209" y="1"/>
                  <a:pt x="211" y="0"/>
                  <a:pt x="212" y="0"/>
                </a:cubicBezTo>
                <a:cubicBezTo>
                  <a:pt x="213" y="0"/>
                  <a:pt x="214" y="0"/>
                  <a:pt x="215" y="1"/>
                </a:cubicBezTo>
                <a:cubicBezTo>
                  <a:pt x="216" y="2"/>
                  <a:pt x="217" y="3"/>
                  <a:pt x="218" y="4"/>
                </a:cubicBezTo>
                <a:cubicBezTo>
                  <a:pt x="218" y="5"/>
                  <a:pt x="218" y="6"/>
                  <a:pt x="218" y="8"/>
                </a:cubicBezTo>
                <a:cubicBezTo>
                  <a:pt x="218" y="9"/>
                  <a:pt x="218" y="10"/>
                  <a:pt x="217" y="11"/>
                </a:cubicBezTo>
                <a:cubicBezTo>
                  <a:pt x="217" y="13"/>
                  <a:pt x="216" y="13"/>
                  <a:pt x="215" y="14"/>
                </a:cubicBezTo>
                <a:cubicBezTo>
                  <a:pt x="214" y="15"/>
                  <a:pt x="213" y="15"/>
                  <a:pt x="212" y="15"/>
                </a:cubicBezTo>
                <a:cubicBezTo>
                  <a:pt x="211" y="15"/>
                  <a:pt x="210" y="15"/>
                  <a:pt x="209" y="14"/>
                </a:cubicBezTo>
                <a:cubicBezTo>
                  <a:pt x="208" y="13"/>
                  <a:pt x="207" y="12"/>
                  <a:pt x="207" y="11"/>
                </a:cubicBezTo>
                <a:cubicBezTo>
                  <a:pt x="207" y="10"/>
                  <a:pt x="206" y="9"/>
                  <a:pt x="206" y="8"/>
                </a:cubicBezTo>
                <a:close/>
                <a:moveTo>
                  <a:pt x="208" y="8"/>
                </a:moveTo>
                <a:cubicBezTo>
                  <a:pt x="208" y="9"/>
                  <a:pt x="208" y="11"/>
                  <a:pt x="209" y="12"/>
                </a:cubicBezTo>
                <a:cubicBezTo>
                  <a:pt x="210" y="13"/>
                  <a:pt x="211" y="13"/>
                  <a:pt x="212" y="13"/>
                </a:cubicBezTo>
                <a:cubicBezTo>
                  <a:pt x="214" y="13"/>
                  <a:pt x="215" y="13"/>
                  <a:pt x="215" y="12"/>
                </a:cubicBezTo>
                <a:cubicBezTo>
                  <a:pt x="216" y="11"/>
                  <a:pt x="217" y="9"/>
                  <a:pt x="217" y="7"/>
                </a:cubicBezTo>
                <a:cubicBezTo>
                  <a:pt x="217" y="6"/>
                  <a:pt x="216" y="5"/>
                  <a:pt x="216" y="4"/>
                </a:cubicBezTo>
                <a:cubicBezTo>
                  <a:pt x="216" y="4"/>
                  <a:pt x="215" y="3"/>
                  <a:pt x="215" y="2"/>
                </a:cubicBezTo>
                <a:cubicBezTo>
                  <a:pt x="214" y="2"/>
                  <a:pt x="213" y="2"/>
                  <a:pt x="212" y="2"/>
                </a:cubicBezTo>
                <a:cubicBezTo>
                  <a:pt x="211" y="2"/>
                  <a:pt x="210" y="2"/>
                  <a:pt x="209" y="3"/>
                </a:cubicBezTo>
                <a:cubicBezTo>
                  <a:pt x="208" y="4"/>
                  <a:pt x="208" y="6"/>
                  <a:pt x="208" y="8"/>
                </a:cubicBezTo>
                <a:close/>
              </a:path>
              <a:path w="471" h="15">
                <a:moveTo>
                  <a:pt x="220" y="15"/>
                </a:moveTo>
                <a:lnTo>
                  <a:pt x="220" y="0"/>
                </a:lnTo>
                <a:lnTo>
                  <a:pt x="228" y="0"/>
                </a:lnTo>
                <a:lnTo>
                  <a:pt x="228" y="2"/>
                </a:lnTo>
                <a:lnTo>
                  <a:pt x="222" y="2"/>
                </a:lnTo>
                <a:lnTo>
                  <a:pt x="222" y="6"/>
                </a:lnTo>
                <a:lnTo>
                  <a:pt x="228" y="6"/>
                </a:lnTo>
                <a:lnTo>
                  <a:pt x="228" y="8"/>
                </a:lnTo>
                <a:lnTo>
                  <a:pt x="222" y="8"/>
                </a:lnTo>
                <a:lnTo>
                  <a:pt x="222" y="15"/>
                </a:lnTo>
                <a:lnTo>
                  <a:pt x="220" y="15"/>
                </a:lnTo>
                <a:close/>
              </a:path>
              <a:path w="471" h="15">
                <a:moveTo>
                  <a:pt x="235" y="10"/>
                </a:moveTo>
                <a:lnTo>
                  <a:pt x="236" y="10"/>
                </a:lnTo>
                <a:cubicBezTo>
                  <a:pt x="237" y="11"/>
                  <a:pt x="237" y="11"/>
                  <a:pt x="237" y="12"/>
                </a:cubicBezTo>
                <a:cubicBezTo>
                  <a:pt x="237" y="12"/>
                  <a:pt x="238" y="13"/>
                  <a:pt x="238" y="13"/>
                </a:cubicBezTo>
                <a:cubicBezTo>
                  <a:pt x="239" y="13"/>
                  <a:pt x="239" y="13"/>
                  <a:pt x="240" y="13"/>
                </a:cubicBezTo>
                <a:cubicBezTo>
                  <a:pt x="241" y="13"/>
                  <a:pt x="241" y="13"/>
                  <a:pt x="242" y="13"/>
                </a:cubicBezTo>
                <a:cubicBezTo>
                  <a:pt x="242" y="13"/>
                  <a:pt x="243" y="12"/>
                  <a:pt x="243" y="12"/>
                </a:cubicBezTo>
                <a:cubicBezTo>
                  <a:pt x="243" y="12"/>
                  <a:pt x="243" y="11"/>
                  <a:pt x="243" y="11"/>
                </a:cubicBezTo>
                <a:cubicBezTo>
                  <a:pt x="243" y="10"/>
                  <a:pt x="243" y="10"/>
                  <a:pt x="243" y="10"/>
                </a:cubicBezTo>
                <a:cubicBezTo>
                  <a:pt x="243" y="9"/>
                  <a:pt x="242" y="9"/>
                  <a:pt x="242" y="9"/>
                </a:cubicBezTo>
                <a:cubicBezTo>
                  <a:pt x="241" y="9"/>
                  <a:pt x="241" y="8"/>
                  <a:pt x="240" y="8"/>
                </a:cubicBezTo>
                <a:cubicBezTo>
                  <a:pt x="238" y="8"/>
                  <a:pt x="238" y="7"/>
                  <a:pt x="237" y="7"/>
                </a:cubicBezTo>
                <a:cubicBezTo>
                  <a:pt x="237" y="7"/>
                  <a:pt x="236" y="6"/>
                  <a:pt x="236" y="6"/>
                </a:cubicBezTo>
                <a:cubicBezTo>
                  <a:pt x="235" y="5"/>
                  <a:pt x="235" y="5"/>
                  <a:pt x="235" y="4"/>
                </a:cubicBezTo>
                <a:cubicBezTo>
                  <a:pt x="235" y="3"/>
                  <a:pt x="236" y="3"/>
                  <a:pt x="236" y="2"/>
                </a:cubicBezTo>
                <a:cubicBezTo>
                  <a:pt x="236" y="1"/>
                  <a:pt x="237" y="1"/>
                  <a:pt x="237" y="1"/>
                </a:cubicBezTo>
                <a:cubicBezTo>
                  <a:pt x="238" y="0"/>
                  <a:pt x="239" y="0"/>
                  <a:pt x="240" y="0"/>
                </a:cubicBezTo>
                <a:cubicBezTo>
                  <a:pt x="241" y="0"/>
                  <a:pt x="241" y="0"/>
                  <a:pt x="242" y="1"/>
                </a:cubicBezTo>
                <a:cubicBezTo>
                  <a:pt x="243" y="1"/>
                  <a:pt x="243" y="1"/>
                  <a:pt x="244" y="2"/>
                </a:cubicBezTo>
                <a:cubicBezTo>
                  <a:pt x="244" y="3"/>
                  <a:pt x="244" y="3"/>
                  <a:pt x="244" y="4"/>
                </a:cubicBezTo>
                <a:lnTo>
                  <a:pt x="243" y="4"/>
                </a:lnTo>
                <a:cubicBezTo>
                  <a:pt x="243" y="4"/>
                  <a:pt x="242" y="3"/>
                  <a:pt x="242" y="2"/>
                </a:cubicBezTo>
                <a:cubicBezTo>
                  <a:pt x="242" y="2"/>
                  <a:pt x="241" y="2"/>
                  <a:pt x="240" y="2"/>
                </a:cubicBezTo>
                <a:cubicBezTo>
                  <a:pt x="239" y="2"/>
                  <a:pt x="238" y="2"/>
                  <a:pt x="238" y="2"/>
                </a:cubicBezTo>
                <a:cubicBezTo>
                  <a:pt x="237" y="3"/>
                  <a:pt x="237" y="3"/>
                  <a:pt x="237" y="4"/>
                </a:cubicBezTo>
                <a:cubicBezTo>
                  <a:pt x="237" y="4"/>
                  <a:pt x="237" y="5"/>
                  <a:pt x="237" y="5"/>
                </a:cubicBezTo>
                <a:cubicBezTo>
                  <a:pt x="238" y="5"/>
                  <a:pt x="239" y="6"/>
                  <a:pt x="240" y="6"/>
                </a:cubicBezTo>
                <a:cubicBezTo>
                  <a:pt x="241" y="7"/>
                  <a:pt x="242" y="7"/>
                  <a:pt x="243" y="7"/>
                </a:cubicBezTo>
                <a:cubicBezTo>
                  <a:pt x="243" y="7"/>
                  <a:pt x="244" y="8"/>
                  <a:pt x="244" y="9"/>
                </a:cubicBezTo>
                <a:cubicBezTo>
                  <a:pt x="245" y="9"/>
                  <a:pt x="245" y="10"/>
                  <a:pt x="245" y="11"/>
                </a:cubicBezTo>
                <a:cubicBezTo>
                  <a:pt x="245" y="11"/>
                  <a:pt x="245" y="12"/>
                  <a:pt x="244" y="13"/>
                </a:cubicBezTo>
                <a:cubicBezTo>
                  <a:pt x="244" y="13"/>
                  <a:pt x="243" y="14"/>
                  <a:pt x="243" y="14"/>
                </a:cubicBezTo>
                <a:cubicBezTo>
                  <a:pt x="242" y="15"/>
                  <a:pt x="241" y="15"/>
                  <a:pt x="240" y="15"/>
                </a:cubicBezTo>
                <a:cubicBezTo>
                  <a:pt x="239" y="15"/>
                  <a:pt x="238" y="15"/>
                  <a:pt x="237" y="14"/>
                </a:cubicBezTo>
                <a:cubicBezTo>
                  <a:pt x="237" y="14"/>
                  <a:pt x="236" y="13"/>
                  <a:pt x="236" y="13"/>
                </a:cubicBezTo>
                <a:cubicBezTo>
                  <a:pt x="235" y="12"/>
                  <a:pt x="235" y="11"/>
                  <a:pt x="235" y="10"/>
                </a:cubicBezTo>
                <a:close/>
              </a:path>
              <a:path w="471" h="15">
                <a:moveTo>
                  <a:pt x="256" y="10"/>
                </a:moveTo>
                <a:lnTo>
                  <a:pt x="257" y="10"/>
                </a:lnTo>
                <a:cubicBezTo>
                  <a:pt x="257" y="12"/>
                  <a:pt x="256" y="13"/>
                  <a:pt x="255" y="14"/>
                </a:cubicBezTo>
                <a:cubicBezTo>
                  <a:pt x="254" y="15"/>
                  <a:pt x="253" y="15"/>
                  <a:pt x="252" y="15"/>
                </a:cubicBezTo>
                <a:cubicBezTo>
                  <a:pt x="251" y="15"/>
                  <a:pt x="250" y="15"/>
                  <a:pt x="249" y="14"/>
                </a:cubicBezTo>
                <a:cubicBezTo>
                  <a:pt x="248" y="13"/>
                  <a:pt x="247" y="12"/>
                  <a:pt x="247" y="11"/>
                </a:cubicBezTo>
                <a:cubicBezTo>
                  <a:pt x="246" y="10"/>
                  <a:pt x="246" y="9"/>
                  <a:pt x="246" y="7"/>
                </a:cubicBezTo>
                <a:cubicBezTo>
                  <a:pt x="246" y="6"/>
                  <a:pt x="246" y="5"/>
                  <a:pt x="247" y="3"/>
                </a:cubicBezTo>
                <a:cubicBezTo>
                  <a:pt x="247" y="2"/>
                  <a:pt x="248" y="1"/>
                  <a:pt x="249" y="1"/>
                </a:cubicBezTo>
                <a:cubicBezTo>
                  <a:pt x="250" y="0"/>
                  <a:pt x="251" y="0"/>
                  <a:pt x="252" y="0"/>
                </a:cubicBezTo>
                <a:cubicBezTo>
                  <a:pt x="253" y="0"/>
                  <a:pt x="254" y="0"/>
                  <a:pt x="255" y="1"/>
                </a:cubicBezTo>
                <a:cubicBezTo>
                  <a:pt x="256" y="2"/>
                  <a:pt x="257" y="3"/>
                  <a:pt x="257" y="4"/>
                </a:cubicBezTo>
                <a:lnTo>
                  <a:pt x="255" y="5"/>
                </a:lnTo>
                <a:cubicBezTo>
                  <a:pt x="255" y="4"/>
                  <a:pt x="255" y="3"/>
                  <a:pt x="254" y="2"/>
                </a:cubicBezTo>
                <a:cubicBezTo>
                  <a:pt x="254" y="2"/>
                  <a:pt x="253" y="2"/>
                  <a:pt x="252" y="2"/>
                </a:cubicBezTo>
                <a:cubicBezTo>
                  <a:pt x="251" y="2"/>
                  <a:pt x="250" y="2"/>
                  <a:pt x="250" y="2"/>
                </a:cubicBezTo>
                <a:cubicBezTo>
                  <a:pt x="249" y="3"/>
                  <a:pt x="248" y="4"/>
                  <a:pt x="248" y="5"/>
                </a:cubicBezTo>
                <a:cubicBezTo>
                  <a:pt x="248" y="5"/>
                  <a:pt x="248" y="6"/>
                  <a:pt x="248" y="7"/>
                </a:cubicBezTo>
                <a:cubicBezTo>
                  <a:pt x="248" y="9"/>
                  <a:pt x="248" y="10"/>
                  <a:pt x="248" y="11"/>
                </a:cubicBezTo>
                <a:cubicBezTo>
                  <a:pt x="249" y="11"/>
                  <a:pt x="249" y="12"/>
                  <a:pt x="250" y="13"/>
                </a:cubicBezTo>
                <a:cubicBezTo>
                  <a:pt x="250" y="13"/>
                  <a:pt x="251" y="13"/>
                  <a:pt x="252" y="13"/>
                </a:cubicBezTo>
                <a:cubicBezTo>
                  <a:pt x="253" y="13"/>
                  <a:pt x="254" y="13"/>
                  <a:pt x="254" y="12"/>
                </a:cubicBezTo>
                <a:cubicBezTo>
                  <a:pt x="255" y="12"/>
                  <a:pt x="255" y="11"/>
                  <a:pt x="256" y="10"/>
                </a:cubicBezTo>
                <a:close/>
              </a:path>
              <a:path w="471" h="15">
                <a:moveTo>
                  <a:pt x="259" y="15"/>
                </a:moveTo>
                <a:lnTo>
                  <a:pt x="259" y="0"/>
                </a:lnTo>
                <a:lnTo>
                  <a:pt x="261" y="0"/>
                </a:lnTo>
                <a:lnTo>
                  <a:pt x="261" y="15"/>
                </a:lnTo>
                <a:lnTo>
                  <a:pt x="259" y="15"/>
                </a:lnTo>
                <a:close/>
              </a:path>
              <a:path w="471" h="15">
                <a:moveTo>
                  <a:pt x="263" y="15"/>
                </a:moveTo>
                <a:lnTo>
                  <a:pt x="263" y="0"/>
                </a:lnTo>
                <a:lnTo>
                  <a:pt x="272" y="0"/>
                </a:lnTo>
                <a:lnTo>
                  <a:pt x="272" y="2"/>
                </a:lnTo>
                <a:lnTo>
                  <a:pt x="265" y="2"/>
                </a:lnTo>
                <a:lnTo>
                  <a:pt x="265" y="6"/>
                </a:lnTo>
                <a:lnTo>
                  <a:pt x="272" y="6"/>
                </a:lnTo>
                <a:lnTo>
                  <a:pt x="272" y="8"/>
                </a:lnTo>
                <a:lnTo>
                  <a:pt x="265" y="8"/>
                </a:lnTo>
                <a:lnTo>
                  <a:pt x="265" y="13"/>
                </a:lnTo>
                <a:lnTo>
                  <a:pt x="272" y="13"/>
                </a:lnTo>
                <a:lnTo>
                  <a:pt x="272" y="15"/>
                </a:lnTo>
                <a:lnTo>
                  <a:pt x="263" y="15"/>
                </a:lnTo>
                <a:close/>
              </a:path>
              <a:path w="471" h="15">
                <a:moveTo>
                  <a:pt x="274" y="15"/>
                </a:moveTo>
                <a:lnTo>
                  <a:pt x="274" y="0"/>
                </a:lnTo>
                <a:lnTo>
                  <a:pt x="276" y="0"/>
                </a:lnTo>
                <a:lnTo>
                  <a:pt x="283" y="12"/>
                </a:lnTo>
                <a:lnTo>
                  <a:pt x="283" y="0"/>
                </a:lnTo>
                <a:lnTo>
                  <a:pt x="284" y="0"/>
                </a:lnTo>
                <a:lnTo>
                  <a:pt x="284" y="15"/>
                </a:lnTo>
                <a:lnTo>
                  <a:pt x="282" y="15"/>
                </a:lnTo>
                <a:lnTo>
                  <a:pt x="276" y="3"/>
                </a:lnTo>
                <a:lnTo>
                  <a:pt x="276" y="15"/>
                </a:lnTo>
                <a:lnTo>
                  <a:pt x="274" y="15"/>
                </a:lnTo>
                <a:close/>
              </a:path>
              <a:path w="471" h="15">
                <a:moveTo>
                  <a:pt x="295" y="10"/>
                </a:moveTo>
                <a:lnTo>
                  <a:pt x="297" y="10"/>
                </a:lnTo>
                <a:cubicBezTo>
                  <a:pt x="297" y="12"/>
                  <a:pt x="296" y="13"/>
                  <a:pt x="295" y="14"/>
                </a:cubicBezTo>
                <a:cubicBezTo>
                  <a:pt x="294" y="15"/>
                  <a:pt x="293" y="15"/>
                  <a:pt x="292" y="15"/>
                </a:cubicBezTo>
                <a:cubicBezTo>
                  <a:pt x="290" y="15"/>
                  <a:pt x="289" y="15"/>
                  <a:pt x="289" y="14"/>
                </a:cubicBezTo>
                <a:cubicBezTo>
                  <a:pt x="288" y="13"/>
                  <a:pt x="287" y="12"/>
                  <a:pt x="287" y="11"/>
                </a:cubicBezTo>
                <a:cubicBezTo>
                  <a:pt x="286" y="10"/>
                  <a:pt x="286" y="9"/>
                  <a:pt x="286" y="7"/>
                </a:cubicBezTo>
                <a:cubicBezTo>
                  <a:pt x="286" y="6"/>
                  <a:pt x="286" y="5"/>
                  <a:pt x="287" y="3"/>
                </a:cubicBezTo>
                <a:cubicBezTo>
                  <a:pt x="287" y="2"/>
                  <a:pt x="288" y="1"/>
                  <a:pt x="289" y="1"/>
                </a:cubicBezTo>
                <a:cubicBezTo>
                  <a:pt x="290" y="0"/>
                  <a:pt x="291" y="0"/>
                  <a:pt x="292" y="0"/>
                </a:cubicBezTo>
                <a:cubicBezTo>
                  <a:pt x="293" y="0"/>
                  <a:pt x="294" y="0"/>
                  <a:pt x="295" y="1"/>
                </a:cubicBezTo>
                <a:cubicBezTo>
                  <a:pt x="296" y="2"/>
                  <a:pt x="296" y="3"/>
                  <a:pt x="297" y="4"/>
                </a:cubicBezTo>
                <a:lnTo>
                  <a:pt x="295" y="5"/>
                </a:lnTo>
                <a:cubicBezTo>
                  <a:pt x="295" y="4"/>
                  <a:pt x="294" y="3"/>
                  <a:pt x="294" y="2"/>
                </a:cubicBezTo>
                <a:cubicBezTo>
                  <a:pt x="293" y="2"/>
                  <a:pt x="293" y="2"/>
                  <a:pt x="292" y="2"/>
                </a:cubicBezTo>
                <a:cubicBezTo>
                  <a:pt x="291" y="2"/>
                  <a:pt x="290" y="2"/>
                  <a:pt x="289" y="2"/>
                </a:cubicBezTo>
                <a:cubicBezTo>
                  <a:pt x="289" y="3"/>
                  <a:pt x="288" y="4"/>
                  <a:pt x="288" y="5"/>
                </a:cubicBezTo>
                <a:cubicBezTo>
                  <a:pt x="288" y="5"/>
                  <a:pt x="288" y="6"/>
                  <a:pt x="288" y="7"/>
                </a:cubicBezTo>
                <a:cubicBezTo>
                  <a:pt x="288" y="9"/>
                  <a:pt x="288" y="10"/>
                  <a:pt x="288" y="11"/>
                </a:cubicBezTo>
                <a:cubicBezTo>
                  <a:pt x="288" y="11"/>
                  <a:pt x="289" y="12"/>
                  <a:pt x="290" y="13"/>
                </a:cubicBezTo>
                <a:cubicBezTo>
                  <a:pt x="290" y="13"/>
                  <a:pt x="291" y="13"/>
                  <a:pt x="292" y="13"/>
                </a:cubicBezTo>
                <a:cubicBezTo>
                  <a:pt x="293" y="13"/>
                  <a:pt x="293" y="13"/>
                  <a:pt x="294" y="12"/>
                </a:cubicBezTo>
                <a:cubicBezTo>
                  <a:pt x="295" y="12"/>
                  <a:pt x="295" y="11"/>
                  <a:pt x="295" y="10"/>
                </a:cubicBezTo>
                <a:close/>
              </a:path>
              <a:path w="471" h="15">
                <a:moveTo>
                  <a:pt x="299" y="15"/>
                </a:moveTo>
                <a:lnTo>
                  <a:pt x="299" y="0"/>
                </a:lnTo>
                <a:lnTo>
                  <a:pt x="308" y="0"/>
                </a:lnTo>
                <a:lnTo>
                  <a:pt x="308" y="2"/>
                </a:lnTo>
                <a:lnTo>
                  <a:pt x="300" y="2"/>
                </a:lnTo>
                <a:lnTo>
                  <a:pt x="300" y="6"/>
                </a:lnTo>
                <a:lnTo>
                  <a:pt x="307" y="6"/>
                </a:lnTo>
                <a:lnTo>
                  <a:pt x="307" y="8"/>
                </a:lnTo>
                <a:lnTo>
                  <a:pt x="300" y="8"/>
                </a:lnTo>
                <a:lnTo>
                  <a:pt x="300" y="13"/>
                </a:lnTo>
                <a:lnTo>
                  <a:pt x="308" y="13"/>
                </a:lnTo>
                <a:lnTo>
                  <a:pt x="308" y="15"/>
                </a:lnTo>
                <a:lnTo>
                  <a:pt x="299" y="15"/>
                </a:lnTo>
                <a:close/>
              </a:path>
              <a:path w="471" h="15">
                <a:moveTo>
                  <a:pt x="313" y="15"/>
                </a:moveTo>
                <a:lnTo>
                  <a:pt x="318" y="0"/>
                </a:lnTo>
                <a:lnTo>
                  <a:pt x="319" y="0"/>
                </a:lnTo>
                <a:lnTo>
                  <a:pt x="324" y="15"/>
                </a:lnTo>
                <a:lnTo>
                  <a:pt x="323" y="15"/>
                </a:lnTo>
                <a:lnTo>
                  <a:pt x="321" y="10"/>
                </a:lnTo>
                <a:lnTo>
                  <a:pt x="316" y="10"/>
                </a:lnTo>
                <a:lnTo>
                  <a:pt x="314" y="15"/>
                </a:lnTo>
                <a:lnTo>
                  <a:pt x="313" y="15"/>
                </a:lnTo>
                <a:close/>
                <a:moveTo>
                  <a:pt x="316" y="9"/>
                </a:moveTo>
                <a:lnTo>
                  <a:pt x="321" y="9"/>
                </a:lnTo>
                <a:lnTo>
                  <a:pt x="319" y="5"/>
                </a:lnTo>
                <a:cubicBezTo>
                  <a:pt x="319" y="4"/>
                  <a:pt x="319" y="3"/>
                  <a:pt x="318" y="2"/>
                </a:cubicBezTo>
                <a:cubicBezTo>
                  <a:pt x="318" y="3"/>
                  <a:pt x="318" y="4"/>
                  <a:pt x="318" y="5"/>
                </a:cubicBezTo>
                <a:lnTo>
                  <a:pt x="316" y="9"/>
                </a:lnTo>
                <a:close/>
              </a:path>
              <a:path w="471" h="15">
                <a:moveTo>
                  <a:pt x="325" y="15"/>
                </a:moveTo>
                <a:lnTo>
                  <a:pt x="325" y="0"/>
                </a:lnTo>
                <a:lnTo>
                  <a:pt x="327" y="0"/>
                </a:lnTo>
                <a:lnTo>
                  <a:pt x="334" y="12"/>
                </a:lnTo>
                <a:lnTo>
                  <a:pt x="334" y="0"/>
                </a:lnTo>
                <a:lnTo>
                  <a:pt x="335" y="0"/>
                </a:lnTo>
                <a:lnTo>
                  <a:pt x="335" y="15"/>
                </a:lnTo>
                <a:lnTo>
                  <a:pt x="333" y="15"/>
                </a:lnTo>
                <a:lnTo>
                  <a:pt x="327" y="3"/>
                </a:lnTo>
                <a:lnTo>
                  <a:pt x="327" y="15"/>
                </a:lnTo>
                <a:lnTo>
                  <a:pt x="325" y="15"/>
                </a:lnTo>
                <a:close/>
              </a:path>
              <a:path w="471" h="15">
                <a:moveTo>
                  <a:pt x="337" y="15"/>
                </a:moveTo>
                <a:lnTo>
                  <a:pt x="337" y="0"/>
                </a:lnTo>
                <a:lnTo>
                  <a:pt x="342" y="0"/>
                </a:lnTo>
                <a:cubicBezTo>
                  <a:pt x="343" y="0"/>
                  <a:pt x="343" y="0"/>
                  <a:pt x="344" y="0"/>
                </a:cubicBezTo>
                <a:cubicBezTo>
                  <a:pt x="345" y="1"/>
                  <a:pt x="345" y="1"/>
                  <a:pt x="346" y="2"/>
                </a:cubicBezTo>
                <a:cubicBezTo>
                  <a:pt x="346" y="2"/>
                  <a:pt x="347" y="3"/>
                  <a:pt x="347" y="4"/>
                </a:cubicBezTo>
                <a:cubicBezTo>
                  <a:pt x="348" y="5"/>
                  <a:pt x="348" y="6"/>
                  <a:pt x="348" y="7"/>
                </a:cubicBezTo>
                <a:cubicBezTo>
                  <a:pt x="348" y="8"/>
                  <a:pt x="348" y="9"/>
                  <a:pt x="347" y="10"/>
                </a:cubicBezTo>
                <a:cubicBezTo>
                  <a:pt x="347" y="11"/>
                  <a:pt x="347" y="12"/>
                  <a:pt x="347" y="12"/>
                </a:cubicBezTo>
                <a:cubicBezTo>
                  <a:pt x="346" y="13"/>
                  <a:pt x="346" y="13"/>
                  <a:pt x="345" y="14"/>
                </a:cubicBezTo>
                <a:cubicBezTo>
                  <a:pt x="345" y="14"/>
                  <a:pt x="344" y="14"/>
                  <a:pt x="344" y="14"/>
                </a:cubicBezTo>
                <a:cubicBezTo>
                  <a:pt x="343" y="15"/>
                  <a:pt x="343" y="15"/>
                  <a:pt x="342" y="15"/>
                </a:cubicBezTo>
                <a:lnTo>
                  <a:pt x="337" y="15"/>
                </a:lnTo>
                <a:close/>
                <a:moveTo>
                  <a:pt x="339" y="13"/>
                </a:moveTo>
                <a:lnTo>
                  <a:pt x="342" y="13"/>
                </a:lnTo>
                <a:cubicBezTo>
                  <a:pt x="343" y="13"/>
                  <a:pt x="343" y="13"/>
                  <a:pt x="344" y="13"/>
                </a:cubicBezTo>
                <a:cubicBezTo>
                  <a:pt x="344" y="13"/>
                  <a:pt x="345" y="12"/>
                  <a:pt x="345" y="12"/>
                </a:cubicBezTo>
                <a:cubicBezTo>
                  <a:pt x="345" y="12"/>
                  <a:pt x="345" y="11"/>
                  <a:pt x="346" y="10"/>
                </a:cubicBezTo>
                <a:cubicBezTo>
                  <a:pt x="346" y="9"/>
                  <a:pt x="346" y="8"/>
                  <a:pt x="346" y="7"/>
                </a:cubicBezTo>
                <a:cubicBezTo>
                  <a:pt x="346" y="6"/>
                  <a:pt x="346" y="5"/>
                  <a:pt x="345" y="4"/>
                </a:cubicBezTo>
                <a:cubicBezTo>
                  <a:pt x="345" y="3"/>
                  <a:pt x="344" y="3"/>
                  <a:pt x="344" y="2"/>
                </a:cubicBezTo>
                <a:cubicBezTo>
                  <a:pt x="343" y="2"/>
                  <a:pt x="343" y="2"/>
                  <a:pt x="342" y="2"/>
                </a:cubicBezTo>
                <a:lnTo>
                  <a:pt x="339" y="2"/>
                </a:lnTo>
                <a:lnTo>
                  <a:pt x="339" y="13"/>
                </a:lnTo>
                <a:close/>
              </a:path>
              <a:path w="471" h="15">
                <a:moveTo>
                  <a:pt x="358" y="15"/>
                </a:moveTo>
                <a:lnTo>
                  <a:pt x="358" y="2"/>
                </a:lnTo>
                <a:lnTo>
                  <a:pt x="354" y="2"/>
                </a:lnTo>
                <a:lnTo>
                  <a:pt x="354" y="0"/>
                </a:lnTo>
                <a:lnTo>
                  <a:pt x="364" y="0"/>
                </a:lnTo>
                <a:lnTo>
                  <a:pt x="364" y="2"/>
                </a:lnTo>
                <a:lnTo>
                  <a:pt x="359" y="2"/>
                </a:lnTo>
                <a:lnTo>
                  <a:pt x="359" y="15"/>
                </a:lnTo>
                <a:lnTo>
                  <a:pt x="358" y="15"/>
                </a:lnTo>
                <a:close/>
              </a:path>
              <a:path w="471" h="15">
                <a:moveTo>
                  <a:pt x="365" y="15"/>
                </a:moveTo>
                <a:lnTo>
                  <a:pt x="365" y="0"/>
                </a:lnTo>
                <a:lnTo>
                  <a:pt x="374" y="0"/>
                </a:lnTo>
                <a:lnTo>
                  <a:pt x="374" y="2"/>
                </a:lnTo>
                <a:lnTo>
                  <a:pt x="366" y="2"/>
                </a:lnTo>
                <a:lnTo>
                  <a:pt x="366" y="6"/>
                </a:lnTo>
                <a:lnTo>
                  <a:pt x="373" y="6"/>
                </a:lnTo>
                <a:lnTo>
                  <a:pt x="373" y="8"/>
                </a:lnTo>
                <a:lnTo>
                  <a:pt x="366" y="8"/>
                </a:lnTo>
                <a:lnTo>
                  <a:pt x="366" y="13"/>
                </a:lnTo>
                <a:lnTo>
                  <a:pt x="374" y="13"/>
                </a:lnTo>
                <a:lnTo>
                  <a:pt x="374" y="15"/>
                </a:lnTo>
                <a:lnTo>
                  <a:pt x="365" y="15"/>
                </a:lnTo>
                <a:close/>
              </a:path>
              <a:path w="471" h="15">
                <a:moveTo>
                  <a:pt x="385" y="10"/>
                </a:moveTo>
                <a:lnTo>
                  <a:pt x="386" y="10"/>
                </a:lnTo>
                <a:cubicBezTo>
                  <a:pt x="386" y="12"/>
                  <a:pt x="386" y="13"/>
                  <a:pt x="385" y="14"/>
                </a:cubicBezTo>
                <a:cubicBezTo>
                  <a:pt x="384" y="15"/>
                  <a:pt x="383" y="15"/>
                  <a:pt x="381" y="15"/>
                </a:cubicBezTo>
                <a:cubicBezTo>
                  <a:pt x="380" y="15"/>
                  <a:pt x="379" y="15"/>
                  <a:pt x="378" y="14"/>
                </a:cubicBezTo>
                <a:cubicBezTo>
                  <a:pt x="377" y="13"/>
                  <a:pt x="377" y="12"/>
                  <a:pt x="376" y="11"/>
                </a:cubicBezTo>
                <a:cubicBezTo>
                  <a:pt x="376" y="10"/>
                  <a:pt x="375" y="9"/>
                  <a:pt x="375" y="7"/>
                </a:cubicBezTo>
                <a:cubicBezTo>
                  <a:pt x="375" y="6"/>
                  <a:pt x="376" y="5"/>
                  <a:pt x="376" y="3"/>
                </a:cubicBezTo>
                <a:cubicBezTo>
                  <a:pt x="377" y="2"/>
                  <a:pt x="377" y="1"/>
                  <a:pt x="378" y="1"/>
                </a:cubicBezTo>
                <a:cubicBezTo>
                  <a:pt x="379" y="0"/>
                  <a:pt x="380" y="0"/>
                  <a:pt x="381" y="0"/>
                </a:cubicBezTo>
                <a:cubicBezTo>
                  <a:pt x="383" y="0"/>
                  <a:pt x="384" y="0"/>
                  <a:pt x="384" y="1"/>
                </a:cubicBezTo>
                <a:cubicBezTo>
                  <a:pt x="385" y="2"/>
                  <a:pt x="386" y="3"/>
                  <a:pt x="386" y="4"/>
                </a:cubicBezTo>
                <a:lnTo>
                  <a:pt x="385" y="5"/>
                </a:lnTo>
                <a:cubicBezTo>
                  <a:pt x="384" y="4"/>
                  <a:pt x="384" y="3"/>
                  <a:pt x="383" y="2"/>
                </a:cubicBezTo>
                <a:cubicBezTo>
                  <a:pt x="383" y="2"/>
                  <a:pt x="382" y="2"/>
                  <a:pt x="381" y="2"/>
                </a:cubicBezTo>
                <a:cubicBezTo>
                  <a:pt x="380" y="2"/>
                  <a:pt x="380" y="2"/>
                  <a:pt x="379" y="2"/>
                </a:cubicBezTo>
                <a:cubicBezTo>
                  <a:pt x="378" y="3"/>
                  <a:pt x="378" y="4"/>
                  <a:pt x="378" y="5"/>
                </a:cubicBezTo>
                <a:cubicBezTo>
                  <a:pt x="377" y="5"/>
                  <a:pt x="377" y="6"/>
                  <a:pt x="377" y="7"/>
                </a:cubicBezTo>
                <a:cubicBezTo>
                  <a:pt x="377" y="9"/>
                  <a:pt x="377" y="10"/>
                  <a:pt x="378" y="11"/>
                </a:cubicBezTo>
                <a:cubicBezTo>
                  <a:pt x="378" y="11"/>
                  <a:pt x="378" y="12"/>
                  <a:pt x="379" y="13"/>
                </a:cubicBezTo>
                <a:cubicBezTo>
                  <a:pt x="380" y="13"/>
                  <a:pt x="380" y="13"/>
                  <a:pt x="381" y="13"/>
                </a:cubicBezTo>
                <a:cubicBezTo>
                  <a:pt x="382" y="13"/>
                  <a:pt x="383" y="13"/>
                  <a:pt x="384" y="12"/>
                </a:cubicBezTo>
                <a:cubicBezTo>
                  <a:pt x="384" y="12"/>
                  <a:pt x="385" y="11"/>
                  <a:pt x="385" y="10"/>
                </a:cubicBezTo>
                <a:close/>
              </a:path>
              <a:path w="471" h="15">
                <a:moveTo>
                  <a:pt x="388" y="15"/>
                </a:moveTo>
                <a:lnTo>
                  <a:pt x="388" y="0"/>
                </a:lnTo>
                <a:lnTo>
                  <a:pt x="390" y="0"/>
                </a:lnTo>
                <a:lnTo>
                  <a:pt x="390" y="6"/>
                </a:lnTo>
                <a:lnTo>
                  <a:pt x="396" y="6"/>
                </a:lnTo>
                <a:lnTo>
                  <a:pt x="396" y="0"/>
                </a:lnTo>
                <a:lnTo>
                  <a:pt x="398" y="0"/>
                </a:lnTo>
                <a:lnTo>
                  <a:pt x="398" y="15"/>
                </a:lnTo>
                <a:lnTo>
                  <a:pt x="396" y="15"/>
                </a:lnTo>
                <a:lnTo>
                  <a:pt x="396" y="8"/>
                </a:lnTo>
                <a:lnTo>
                  <a:pt x="390" y="8"/>
                </a:lnTo>
                <a:lnTo>
                  <a:pt x="390" y="15"/>
                </a:lnTo>
                <a:lnTo>
                  <a:pt x="388" y="15"/>
                </a:lnTo>
                <a:close/>
              </a:path>
              <a:path w="471" h="15">
                <a:moveTo>
                  <a:pt x="400" y="15"/>
                </a:moveTo>
                <a:lnTo>
                  <a:pt x="400" y="0"/>
                </a:lnTo>
                <a:lnTo>
                  <a:pt x="402" y="0"/>
                </a:lnTo>
                <a:lnTo>
                  <a:pt x="408" y="12"/>
                </a:lnTo>
                <a:lnTo>
                  <a:pt x="408" y="0"/>
                </a:lnTo>
                <a:lnTo>
                  <a:pt x="410" y="0"/>
                </a:lnTo>
                <a:lnTo>
                  <a:pt x="410" y="15"/>
                </a:lnTo>
                <a:lnTo>
                  <a:pt x="408" y="15"/>
                </a:lnTo>
                <a:lnTo>
                  <a:pt x="402" y="3"/>
                </a:lnTo>
                <a:lnTo>
                  <a:pt x="402" y="15"/>
                </a:lnTo>
                <a:lnTo>
                  <a:pt x="400" y="15"/>
                </a:lnTo>
                <a:close/>
              </a:path>
              <a:path w="471" h="15">
                <a:moveTo>
                  <a:pt x="412" y="8"/>
                </a:moveTo>
                <a:cubicBezTo>
                  <a:pt x="412" y="5"/>
                  <a:pt x="412" y="3"/>
                  <a:pt x="413" y="2"/>
                </a:cubicBezTo>
                <a:cubicBezTo>
                  <a:pt x="415" y="1"/>
                  <a:pt x="416" y="0"/>
                  <a:pt x="418" y="0"/>
                </a:cubicBezTo>
                <a:cubicBezTo>
                  <a:pt x="419" y="0"/>
                  <a:pt x="420" y="0"/>
                  <a:pt x="421" y="1"/>
                </a:cubicBezTo>
                <a:cubicBezTo>
                  <a:pt x="422" y="2"/>
                  <a:pt x="423" y="3"/>
                  <a:pt x="423" y="4"/>
                </a:cubicBezTo>
                <a:cubicBezTo>
                  <a:pt x="424" y="5"/>
                  <a:pt x="424" y="6"/>
                  <a:pt x="424" y="8"/>
                </a:cubicBezTo>
                <a:cubicBezTo>
                  <a:pt x="424" y="9"/>
                  <a:pt x="424" y="10"/>
                  <a:pt x="423" y="11"/>
                </a:cubicBezTo>
                <a:cubicBezTo>
                  <a:pt x="422" y="13"/>
                  <a:pt x="422" y="13"/>
                  <a:pt x="421" y="14"/>
                </a:cubicBezTo>
                <a:cubicBezTo>
                  <a:pt x="420" y="15"/>
                  <a:pt x="419" y="15"/>
                  <a:pt x="418" y="15"/>
                </a:cubicBezTo>
                <a:cubicBezTo>
                  <a:pt x="417" y="15"/>
                  <a:pt x="416" y="15"/>
                  <a:pt x="415" y="14"/>
                </a:cubicBezTo>
                <a:cubicBezTo>
                  <a:pt x="414" y="13"/>
                  <a:pt x="413" y="12"/>
                  <a:pt x="413" y="11"/>
                </a:cubicBezTo>
                <a:cubicBezTo>
                  <a:pt x="412" y="10"/>
                  <a:pt x="412" y="9"/>
                  <a:pt x="412" y="8"/>
                </a:cubicBezTo>
                <a:close/>
                <a:moveTo>
                  <a:pt x="414" y="8"/>
                </a:moveTo>
                <a:cubicBezTo>
                  <a:pt x="414" y="9"/>
                  <a:pt x="414" y="11"/>
                  <a:pt x="415" y="12"/>
                </a:cubicBezTo>
                <a:cubicBezTo>
                  <a:pt x="416" y="13"/>
                  <a:pt x="417" y="13"/>
                  <a:pt x="418" y="13"/>
                </a:cubicBezTo>
                <a:cubicBezTo>
                  <a:pt x="419" y="13"/>
                  <a:pt x="420" y="13"/>
                  <a:pt x="421" y="12"/>
                </a:cubicBezTo>
                <a:cubicBezTo>
                  <a:pt x="422" y="11"/>
                  <a:pt x="422" y="9"/>
                  <a:pt x="422" y="7"/>
                </a:cubicBezTo>
                <a:cubicBezTo>
                  <a:pt x="422" y="6"/>
                  <a:pt x="422" y="5"/>
                  <a:pt x="422" y="4"/>
                </a:cubicBezTo>
                <a:cubicBezTo>
                  <a:pt x="421" y="4"/>
                  <a:pt x="421" y="3"/>
                  <a:pt x="420" y="2"/>
                </a:cubicBezTo>
                <a:cubicBezTo>
                  <a:pt x="419" y="2"/>
                  <a:pt x="419" y="2"/>
                  <a:pt x="418" y="2"/>
                </a:cubicBezTo>
                <a:cubicBezTo>
                  <a:pt x="417" y="2"/>
                  <a:pt x="416" y="2"/>
                  <a:pt x="415" y="3"/>
                </a:cubicBezTo>
                <a:cubicBezTo>
                  <a:pt x="414" y="4"/>
                  <a:pt x="414" y="6"/>
                  <a:pt x="414" y="8"/>
                </a:cubicBezTo>
                <a:close/>
              </a:path>
              <a:path w="471" h="15">
                <a:moveTo>
                  <a:pt x="425" y="15"/>
                </a:moveTo>
                <a:lnTo>
                  <a:pt x="425" y="0"/>
                </a:lnTo>
                <a:lnTo>
                  <a:pt x="427" y="0"/>
                </a:lnTo>
                <a:lnTo>
                  <a:pt x="427" y="13"/>
                </a:lnTo>
                <a:lnTo>
                  <a:pt x="433" y="13"/>
                </a:lnTo>
                <a:lnTo>
                  <a:pt x="433" y="15"/>
                </a:lnTo>
                <a:lnTo>
                  <a:pt x="425" y="15"/>
                </a:lnTo>
                <a:close/>
              </a:path>
              <a:path w="471" h="15">
                <a:moveTo>
                  <a:pt x="434" y="8"/>
                </a:moveTo>
                <a:cubicBezTo>
                  <a:pt x="434" y="5"/>
                  <a:pt x="435" y="3"/>
                  <a:pt x="436" y="2"/>
                </a:cubicBezTo>
                <a:cubicBezTo>
                  <a:pt x="437" y="1"/>
                  <a:pt x="438" y="0"/>
                  <a:pt x="440" y="0"/>
                </a:cubicBezTo>
                <a:cubicBezTo>
                  <a:pt x="441" y="0"/>
                  <a:pt x="442" y="0"/>
                  <a:pt x="443" y="1"/>
                </a:cubicBezTo>
                <a:cubicBezTo>
                  <a:pt x="444" y="2"/>
                  <a:pt x="445" y="3"/>
                  <a:pt x="445" y="4"/>
                </a:cubicBezTo>
                <a:cubicBezTo>
                  <a:pt x="446" y="5"/>
                  <a:pt x="446" y="6"/>
                  <a:pt x="446" y="8"/>
                </a:cubicBezTo>
                <a:cubicBezTo>
                  <a:pt x="446" y="9"/>
                  <a:pt x="446" y="10"/>
                  <a:pt x="445" y="11"/>
                </a:cubicBezTo>
                <a:cubicBezTo>
                  <a:pt x="445" y="13"/>
                  <a:pt x="444" y="13"/>
                  <a:pt x="443" y="14"/>
                </a:cubicBezTo>
                <a:cubicBezTo>
                  <a:pt x="442" y="15"/>
                  <a:pt x="441" y="15"/>
                  <a:pt x="440" y="15"/>
                </a:cubicBezTo>
                <a:cubicBezTo>
                  <a:pt x="439" y="15"/>
                  <a:pt x="438" y="15"/>
                  <a:pt x="437" y="14"/>
                </a:cubicBezTo>
                <a:cubicBezTo>
                  <a:pt x="436" y="13"/>
                  <a:pt x="435" y="12"/>
                  <a:pt x="435" y="11"/>
                </a:cubicBezTo>
                <a:cubicBezTo>
                  <a:pt x="434" y="10"/>
                  <a:pt x="434" y="9"/>
                  <a:pt x="434" y="8"/>
                </a:cubicBezTo>
                <a:close/>
                <a:moveTo>
                  <a:pt x="436" y="8"/>
                </a:moveTo>
                <a:cubicBezTo>
                  <a:pt x="436" y="9"/>
                  <a:pt x="436" y="11"/>
                  <a:pt x="437" y="12"/>
                </a:cubicBezTo>
                <a:cubicBezTo>
                  <a:pt x="438" y="13"/>
                  <a:pt x="439" y="13"/>
                  <a:pt x="440" y="13"/>
                </a:cubicBezTo>
                <a:cubicBezTo>
                  <a:pt x="441" y="13"/>
                  <a:pt x="442" y="13"/>
                  <a:pt x="443" y="12"/>
                </a:cubicBezTo>
                <a:cubicBezTo>
                  <a:pt x="444" y="11"/>
                  <a:pt x="444" y="9"/>
                  <a:pt x="444" y="7"/>
                </a:cubicBezTo>
                <a:cubicBezTo>
                  <a:pt x="444" y="6"/>
                  <a:pt x="444" y="5"/>
                  <a:pt x="444" y="4"/>
                </a:cubicBezTo>
                <a:cubicBezTo>
                  <a:pt x="444" y="4"/>
                  <a:pt x="443" y="3"/>
                  <a:pt x="442" y="2"/>
                </a:cubicBezTo>
                <a:cubicBezTo>
                  <a:pt x="442" y="2"/>
                  <a:pt x="441" y="2"/>
                  <a:pt x="440" y="2"/>
                </a:cubicBezTo>
                <a:cubicBezTo>
                  <a:pt x="439" y="2"/>
                  <a:pt x="438" y="2"/>
                  <a:pt x="437" y="3"/>
                </a:cubicBezTo>
                <a:cubicBezTo>
                  <a:pt x="436" y="4"/>
                  <a:pt x="436" y="6"/>
                  <a:pt x="436" y="8"/>
                </a:cubicBezTo>
                <a:close/>
              </a:path>
              <a:path w="471" h="15">
                <a:moveTo>
                  <a:pt x="454" y="9"/>
                </a:moveTo>
                <a:lnTo>
                  <a:pt x="454" y="7"/>
                </a:lnTo>
                <a:lnTo>
                  <a:pt x="459" y="7"/>
                </a:lnTo>
                <a:lnTo>
                  <a:pt x="459" y="13"/>
                </a:lnTo>
                <a:cubicBezTo>
                  <a:pt x="458" y="13"/>
                  <a:pt x="457" y="14"/>
                  <a:pt x="456" y="14"/>
                </a:cubicBezTo>
                <a:cubicBezTo>
                  <a:pt x="456" y="15"/>
                  <a:pt x="455" y="15"/>
                  <a:pt x="454" y="15"/>
                </a:cubicBezTo>
                <a:cubicBezTo>
                  <a:pt x="453" y="15"/>
                  <a:pt x="451" y="15"/>
                  <a:pt x="450" y="14"/>
                </a:cubicBezTo>
                <a:cubicBezTo>
                  <a:pt x="449" y="13"/>
                  <a:pt x="449" y="13"/>
                  <a:pt x="448" y="11"/>
                </a:cubicBezTo>
                <a:cubicBezTo>
                  <a:pt x="448" y="10"/>
                  <a:pt x="447" y="9"/>
                  <a:pt x="447" y="8"/>
                </a:cubicBezTo>
                <a:cubicBezTo>
                  <a:pt x="447" y="6"/>
                  <a:pt x="448" y="5"/>
                  <a:pt x="448" y="4"/>
                </a:cubicBezTo>
                <a:cubicBezTo>
                  <a:pt x="449" y="2"/>
                  <a:pt x="449" y="2"/>
                  <a:pt x="450" y="1"/>
                </a:cubicBezTo>
                <a:cubicBezTo>
                  <a:pt x="451" y="0"/>
                  <a:pt x="452" y="0"/>
                  <a:pt x="454" y="0"/>
                </a:cubicBezTo>
                <a:cubicBezTo>
                  <a:pt x="455" y="0"/>
                  <a:pt x="455" y="0"/>
                  <a:pt x="456" y="1"/>
                </a:cubicBezTo>
                <a:cubicBezTo>
                  <a:pt x="457" y="1"/>
                  <a:pt x="457" y="1"/>
                  <a:pt x="458" y="2"/>
                </a:cubicBezTo>
                <a:cubicBezTo>
                  <a:pt x="458" y="3"/>
                  <a:pt x="459" y="3"/>
                  <a:pt x="459" y="4"/>
                </a:cubicBezTo>
                <a:lnTo>
                  <a:pt x="457" y="5"/>
                </a:lnTo>
                <a:cubicBezTo>
                  <a:pt x="457" y="4"/>
                  <a:pt x="457" y="3"/>
                  <a:pt x="457" y="3"/>
                </a:cubicBezTo>
                <a:cubicBezTo>
                  <a:pt x="456" y="3"/>
                  <a:pt x="456" y="2"/>
                  <a:pt x="455" y="2"/>
                </a:cubicBezTo>
                <a:cubicBezTo>
                  <a:pt x="455" y="2"/>
                  <a:pt x="454" y="2"/>
                  <a:pt x="454" y="2"/>
                </a:cubicBezTo>
                <a:cubicBezTo>
                  <a:pt x="453" y="2"/>
                  <a:pt x="452" y="2"/>
                  <a:pt x="452" y="2"/>
                </a:cubicBezTo>
                <a:cubicBezTo>
                  <a:pt x="451" y="2"/>
                  <a:pt x="451" y="3"/>
                  <a:pt x="450" y="3"/>
                </a:cubicBezTo>
                <a:cubicBezTo>
                  <a:pt x="450" y="4"/>
                  <a:pt x="450" y="4"/>
                  <a:pt x="450" y="5"/>
                </a:cubicBezTo>
                <a:cubicBezTo>
                  <a:pt x="449" y="5"/>
                  <a:pt x="449" y="6"/>
                  <a:pt x="449" y="7"/>
                </a:cubicBezTo>
                <a:cubicBezTo>
                  <a:pt x="449" y="9"/>
                  <a:pt x="449" y="10"/>
                  <a:pt x="450" y="11"/>
                </a:cubicBezTo>
                <a:cubicBezTo>
                  <a:pt x="450" y="12"/>
                  <a:pt x="451" y="12"/>
                  <a:pt x="451" y="13"/>
                </a:cubicBezTo>
                <a:cubicBezTo>
                  <a:pt x="452" y="13"/>
                  <a:pt x="453" y="13"/>
                  <a:pt x="454" y="13"/>
                </a:cubicBezTo>
                <a:cubicBezTo>
                  <a:pt x="454" y="13"/>
                  <a:pt x="455" y="13"/>
                  <a:pt x="456" y="13"/>
                </a:cubicBezTo>
                <a:cubicBezTo>
                  <a:pt x="456" y="12"/>
                  <a:pt x="457" y="12"/>
                  <a:pt x="457" y="12"/>
                </a:cubicBezTo>
                <a:lnTo>
                  <a:pt x="457" y="9"/>
                </a:lnTo>
                <a:lnTo>
                  <a:pt x="454" y="9"/>
                </a:lnTo>
                <a:close/>
              </a:path>
              <a:path w="471" h="15">
                <a:moveTo>
                  <a:pt x="464" y="15"/>
                </a:moveTo>
                <a:lnTo>
                  <a:pt x="464" y="9"/>
                </a:lnTo>
                <a:lnTo>
                  <a:pt x="460" y="0"/>
                </a:lnTo>
                <a:lnTo>
                  <a:pt x="462" y="0"/>
                </a:lnTo>
                <a:lnTo>
                  <a:pt x="464" y="5"/>
                </a:lnTo>
                <a:cubicBezTo>
                  <a:pt x="465" y="5"/>
                  <a:pt x="465" y="6"/>
                  <a:pt x="465" y="7"/>
                </a:cubicBezTo>
                <a:cubicBezTo>
                  <a:pt x="466" y="6"/>
                  <a:pt x="466" y="5"/>
                  <a:pt x="467" y="5"/>
                </a:cubicBezTo>
                <a:lnTo>
                  <a:pt x="469" y="0"/>
                </a:lnTo>
                <a:lnTo>
                  <a:pt x="471" y="0"/>
                </a:lnTo>
                <a:lnTo>
                  <a:pt x="466" y="9"/>
                </a:lnTo>
                <a:lnTo>
                  <a:pt x="466" y="15"/>
                </a:lnTo>
                <a:lnTo>
                  <a:pt x="464" y="15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111" name="图片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3760" y="124460"/>
            <a:ext cx="627380" cy="471170"/>
          </a:xfrm>
          <a:prstGeom prst="rect">
            <a:avLst/>
          </a:prstGeom>
          <a:ln>
            <a:noFill/>
          </a:ln>
        </p:spPr>
      </p:pic>
      <p:sp>
        <p:nvSpPr>
          <p:cNvPr id="81" name="redesign-28"/>
          <p:cNvSpPr>
            <a:spLocks noGrp="1"/>
          </p:cNvSpPr>
          <p:nvPr/>
        </p:nvSpPr>
        <p:spPr>
          <a:xfrm>
            <a:off x="0" y="85725"/>
            <a:ext cx="8572500" cy="600075"/>
          </a:xfrm>
          <a:prstGeom prst="rect">
            <a:avLst/>
          </a:prstGeom>
          <a:solidFill>
            <a:srgbClr val="4472C4"/>
          </a:solidFill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775" b="1">
                <a:solidFill>
                  <a:srgbClr val="FFFFFF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成员分工</a:t>
            </a:r>
            <a:endParaRPr sz="2775" b="1">
              <a:solidFill>
                <a:srgbClr val="FFFFFF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2" name="redesign-29"/>
          <p:cNvSpPr>
            <a:spLocks noGrp="1"/>
          </p:cNvSpPr>
          <p:nvPr/>
        </p:nvSpPr>
        <p:spPr>
          <a:xfrm>
            <a:off x="1438275" y="6029325"/>
            <a:ext cx="9620250" cy="5238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875" b="1">
                <a:solidFill>
                  <a:srgbClr val="0075C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按实际分工复核，并分别保留本人提交记录</a:t>
            </a:r>
            <a:endParaRPr sz="1875" b="1">
              <a:solidFill>
                <a:srgbClr val="0075C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3" name="redesign-30"/>
          <p:cNvSpPr>
            <a:spLocks noGrp="1"/>
          </p:cNvSpPr>
          <p:nvPr/>
        </p:nvSpPr>
        <p:spPr>
          <a:xfrm>
            <a:off x="11430000" y="6429375"/>
            <a:ext cx="571500" cy="2762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275" b="0">
                <a:solidFill>
                  <a:srgbClr val="56677E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10</a:t>
            </a:r>
            <a:endParaRPr sz="1275" b="0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4" name="redesign-108"/>
          <p:cNvSpPr>
            <a:spLocks noGrp="1"/>
          </p:cNvSpPr>
          <p:nvPr/>
        </p:nvSpPr>
        <p:spPr>
          <a:xfrm>
            <a:off x="1095375" y="1381125"/>
            <a:ext cx="5048250" cy="5524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9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9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袁立沛  50%</a:t>
            </a:r>
            <a:endParaRPr sz="29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5" name="redesign-109"/>
          <p:cNvSpPr>
            <a:spLocks noGrp="1"/>
          </p:cNvSpPr>
          <p:nvPr/>
        </p:nvSpPr>
        <p:spPr>
          <a:xfrm>
            <a:off x="6591300" y="138112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9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925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陆京超  50%</a:t>
            </a:r>
            <a:endParaRPr sz="2925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6" name="redesign-110"/>
          <p:cNvSpPr>
            <a:spLocks noGrp="1"/>
          </p:cNvSpPr>
          <p:nvPr/>
        </p:nvSpPr>
        <p:spPr>
          <a:xfrm>
            <a:off x="1095375" y="2209800"/>
            <a:ext cx="5095875" cy="1762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M202677260 · 第一次提交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TC-016至TC-030，共15条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D02；D03复现与回归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报告3、5章及缺陷清单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7" name="redesign-111"/>
          <p:cNvSpPr>
            <a:spLocks noGrp="1"/>
          </p:cNvSpPr>
          <p:nvPr/>
        </p:nvSpPr>
        <p:spPr>
          <a:xfrm>
            <a:off x="6591300" y="2209800"/>
            <a:ext cx="5095875" cy="17621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M202677236 · 第二次提交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TC-001至TC-015，共15条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D01；D03根因与修复方案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  <a:p>
            <a:pPr algn="l">
              <a:def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2100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报告1、2、4章及材料整合</a:t>
            </a:r>
            <a:endParaRPr sz="2100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8" name="redesign-112"/>
          <p:cNvSpPr>
            <a:spLocks noGrp="1"/>
          </p:cNvSpPr>
          <p:nvPr/>
        </p:nvSpPr>
        <p:spPr>
          <a:xfrm>
            <a:off x="1095375" y="4152900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 sz="195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rPr>
              <a:t>9月13日已完成分配工作</a:t>
            </a:r>
            <a:endParaRPr sz="1950" b="1">
              <a:solidFill>
                <a:srgbClr val="287564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89" name="redesign-113"/>
          <p:cNvSpPr>
            <a:spLocks noGrp="1"/>
          </p:cNvSpPr>
          <p:nvPr/>
        </p:nvSpPr>
        <p:spPr>
          <a:xfrm>
            <a:off x="6591300" y="4152900"/>
            <a:ext cx="4857750" cy="42862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1950" b="1">
                <a:solidFill>
                  <a:srgbClr val="287564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r>
              <a:rPr>
                <a:solidFill>
                  <a:srgbClr val="287564"/>
                </a:solidFill>
                <a:sym typeface="+mn-ea"/>
              </a:rPr>
              <a:t>9月1</a:t>
            </a:r>
            <a:r>
              <a:rPr lang="en-US">
                <a:solidFill>
                  <a:srgbClr val="287564"/>
                </a:solidFill>
                <a:sym typeface="+mn-ea"/>
              </a:rPr>
              <a:t>4</a:t>
            </a:r>
            <a:r>
              <a:rPr>
                <a:solidFill>
                  <a:srgbClr val="287564"/>
                </a:solidFill>
                <a:sym typeface="+mn-ea"/>
              </a:rPr>
              <a:t>日已完成分配工作</a:t>
            </a:r>
            <a:endParaRPr sz="1950" b="1">
              <a:solidFill>
                <a:srgbClr val="56677E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0" name="redesign-114"/>
          <p:cNvSpPr>
            <a:spLocks noGrp="1"/>
          </p:cNvSpPr>
          <p:nvPr/>
        </p:nvSpPr>
        <p:spPr>
          <a:xfrm>
            <a:off x="1095375" y="4905375"/>
            <a:ext cx="2476500" cy="419100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100" b="1">
                <a:solidFill>
                  <a:srgbClr val="2452A2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endParaRPr sz="2100" b="1">
              <a:solidFill>
                <a:srgbClr val="2452A2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  <p:sp>
        <p:nvSpPr>
          <p:cNvPr id="91" name="redesign-115"/>
          <p:cNvSpPr>
            <a:spLocks noGrp="1"/>
          </p:cNvSpPr>
          <p:nvPr/>
        </p:nvSpPr>
        <p:spPr>
          <a:xfrm>
            <a:off x="1095375" y="5381625"/>
            <a:ext cx="10382250" cy="447675"/>
          </a:xfrm>
          <a:prstGeom prst="rect">
            <a:avLst/>
          </a:prstGeom>
          <a:noFill/>
          <a:ln w="0">
            <a:noFill/>
          </a:ln>
        </p:spPr>
        <p:txBody>
          <a:bodyPr lIns="76200" tIns="38100" rIns="76200" bIns="38100" anchor="t">
            <a:noAutofit/>
          </a:bodyPr>
          <a:lstStyle/>
          <a:p>
            <a:pPr algn="l">
              <a:defRPr sz="2025" b="0">
                <a:solidFill>
                  <a:srgbClr val="202B3B"/>
                </a:solidFill>
                <a:latin typeface="Heiti SC" panose="02000000000000000000" charset="-122"/>
                <a:ea typeface="Heiti SC" panose="02000000000000000000" charset="-122"/>
                <a:cs typeface="Heiti SC" panose="02000000000000000000" charset="-122"/>
              </a:defRPr>
            </a:pPr>
            <a:endParaRPr sz="2025" b="0">
              <a:solidFill>
                <a:srgbClr val="202B3B"/>
              </a:solidFill>
              <a:latin typeface="Heiti SC" panose="02000000000000000000" charset="-122"/>
              <a:ea typeface="Heiti SC" panose="02000000000000000000" charset="-122"/>
              <a:cs typeface="Heiti SC" panose="02000000000000000000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1761</Words>
  <Application>WPS 文字</Application>
  <PresentationFormat>Converted Presentation</PresentationFormat>
  <Paragraphs>261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4" baseType="lpstr">
      <vt:lpstr>Arial</vt:lpstr>
      <vt:lpstr>宋体</vt:lpstr>
      <vt:lpstr>Wingdings</vt:lpstr>
      <vt:lpstr>华文隶书</vt:lpstr>
      <vt:lpstr>Heiti SC</vt:lpstr>
      <vt:lpstr>MiSans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袁立沛</cp:lastModifiedBy>
  <cp:revision>2</cp:revision>
  <dcterms:created xsi:type="dcterms:W3CDTF">2026-09-14T10:50:52Z</dcterms:created>
  <dcterms:modified xsi:type="dcterms:W3CDTF">2026-09-14T10:50:52Z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AA7F5CEE0138DA5104D1A76A477815F9_42</vt:lpwstr>
  </property>
  <property fmtid="{D5CDD505-2E9C-101B-9397-08002B2CF9AE}" pid="3" name="KSOProductBuildVer">
    <vt:lpwstr>2052-12.1.25867.25867</vt:lpwstr>
  </property>
</Properties>
</file>