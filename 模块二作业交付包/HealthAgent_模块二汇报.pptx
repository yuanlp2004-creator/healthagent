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cabe749544495a" /><Relationship Type="http://schemas.openxmlformats.org/officeDocument/2006/relationships/extended-properties" Target="/docProps/app.xml" Id="R0762332d7f1d4931" /><Relationship Type="http://schemas.openxmlformats.org/officeDocument/2006/relationships/officeDocument" Target="/ppt/presentation.xml" Id="R9f50f9ba7fde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78f5401a14304"/>
  </p:sldMasterIdLst>
  <p:notesMasterIdLst>
    <p:notesMasterId xmlns:r="http://schemas.openxmlformats.org/officeDocument/2006/relationships" r:id="R40881e31c5994b16"/>
  </p:notesMasterIdLst>
  <p:sldIdLst>
    <p:sldId xmlns:r="http://schemas.openxmlformats.org/officeDocument/2006/relationships" id="256" r:id="R2d37624f10044e1c"/>
    <p:sldId xmlns:r="http://schemas.openxmlformats.org/officeDocument/2006/relationships" id="257" r:id="Rbca7c1c340194d65"/>
    <p:sldId xmlns:r="http://schemas.openxmlformats.org/officeDocument/2006/relationships" id="258" r:id="Rd507ce57baa74766"/>
    <p:sldId xmlns:r="http://schemas.openxmlformats.org/officeDocument/2006/relationships" id="259" r:id="Rfb860c98767949f4"/>
    <p:sldId xmlns:r="http://schemas.openxmlformats.org/officeDocument/2006/relationships" id="260" r:id="Re9c04dba21d04542"/>
    <p:sldId xmlns:r="http://schemas.openxmlformats.org/officeDocument/2006/relationships" id="261" r:id="R249fa31da2f44119"/>
    <p:sldId xmlns:r="http://schemas.openxmlformats.org/officeDocument/2006/relationships" id="262" r:id="R9995c5e3cf7f4235"/>
    <p:sldId xmlns:r="http://schemas.openxmlformats.org/officeDocument/2006/relationships" id="263" r:id="R365e13b6789f41b2"/>
    <p:sldId xmlns:r="http://schemas.openxmlformats.org/officeDocument/2006/relationships" id="264" r:id="R018262eba90c489f"/>
    <p:sldId xmlns:r="http://schemas.openxmlformats.org/officeDocument/2006/relationships" id="265" r:id="R1815055a4f7245fd"/>
    <p:sldId xmlns:r="http://schemas.openxmlformats.org/officeDocument/2006/relationships" id="266" r:id="R5cfbf5e21d0d4a42"/>
    <p:sldId xmlns:r="http://schemas.openxmlformats.org/officeDocument/2006/relationships" id="267" r:id="Rf79bc52bd6374e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c7fe30543f4421" /><Relationship Type="http://schemas.openxmlformats.org/officeDocument/2006/relationships/slideMaster" Target="/ppt/slideMasters/slideMaster1.xml" Id="R75278f5401a14304" /><Relationship Type="http://schemas.openxmlformats.org/officeDocument/2006/relationships/notesMaster" Target="/ppt/notesMasters/notesMaster1.xml" Id="R40881e31c5994b16" /><Relationship Type="http://schemas.openxmlformats.org/officeDocument/2006/relationships/presProps" Target="/ppt/presProps.xml" Id="R9f1145e67be940f2" /><Relationship Type="http://schemas.openxmlformats.org/officeDocument/2006/relationships/tableStyles" Target="/ppt/tableStyles.xml" Id="Rd680ffb747f94b6a" /><Relationship Type="http://schemas.openxmlformats.org/officeDocument/2006/relationships/slide" Target="/ppt/slides/slide1.xml" Id="R2d37624f10044e1c" /><Relationship Type="http://schemas.openxmlformats.org/officeDocument/2006/relationships/slide" Target="/ppt/slides/slide2.xml" Id="Rbca7c1c340194d65" /><Relationship Type="http://schemas.openxmlformats.org/officeDocument/2006/relationships/slide" Target="/ppt/slides/slide3.xml" Id="Rd507ce57baa74766" /><Relationship Type="http://schemas.openxmlformats.org/officeDocument/2006/relationships/slide" Target="/ppt/slides/slide4.xml" Id="Rfb860c98767949f4" /><Relationship Type="http://schemas.openxmlformats.org/officeDocument/2006/relationships/slide" Target="/ppt/slides/slide5.xml" Id="Re9c04dba21d04542" /><Relationship Type="http://schemas.openxmlformats.org/officeDocument/2006/relationships/slide" Target="/ppt/slides/slide6.xml" Id="R249fa31da2f44119" /><Relationship Type="http://schemas.openxmlformats.org/officeDocument/2006/relationships/slide" Target="/ppt/slides/slide7.xml" Id="R9995c5e3cf7f4235" /><Relationship Type="http://schemas.openxmlformats.org/officeDocument/2006/relationships/slide" Target="/ppt/slides/slide8.xml" Id="R365e13b6789f41b2" /><Relationship Type="http://schemas.openxmlformats.org/officeDocument/2006/relationships/slide" Target="/ppt/slides/slide9.xml" Id="R018262eba90c489f" /><Relationship Type="http://schemas.openxmlformats.org/officeDocument/2006/relationships/slide" Target="/ppt/slides/slide10.xml" Id="R1815055a4f7245fd" /><Relationship Type="http://schemas.openxmlformats.org/officeDocument/2006/relationships/slide" Target="/ppt/slides/slide11.xml" Id="R5cfbf5e21d0d4a42" /><Relationship Type="http://schemas.openxmlformats.org/officeDocument/2006/relationships/slide" Target="/ppt/slides/slide12.xml" Id="Rf79bc52bd637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53fbebf49d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5d46e8d1c4ac1" /><Relationship Type="http://schemas.openxmlformats.org/officeDocument/2006/relationships/notesMaster" Target="/ppt/notesMasters/notesMaster1.xml" Id="R917be8715d2041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0c84f141c4a78" /><Relationship Type="http://schemas.openxmlformats.org/officeDocument/2006/relationships/notesMaster" Target="/ppt/notesMasters/notesMaster1.xml" Id="Racf0aa5c515f45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e0facc4c3437e" /><Relationship Type="http://schemas.openxmlformats.org/officeDocument/2006/relationships/notesMaster" Target="/ppt/notesMasters/notesMaster1.xml" Id="R83f0272aee954c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7d7cf6eda54f8c" /><Relationship Type="http://schemas.openxmlformats.org/officeDocument/2006/relationships/notesMaster" Target="/ppt/notesMasters/notesMaster1.xml" Id="R06a1f4b3f88244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28dea0a98a43fb" /><Relationship Type="http://schemas.openxmlformats.org/officeDocument/2006/relationships/notesMaster" Target="/ppt/notesMasters/notesMaster1.xml" Id="R342d11c74a9048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2562f7cc214713" /><Relationship Type="http://schemas.openxmlformats.org/officeDocument/2006/relationships/notesMaster" Target="/ppt/notesMasters/notesMaster1.xml" Id="R107199bff82f4d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f13cd72e9d4505" /><Relationship Type="http://schemas.openxmlformats.org/officeDocument/2006/relationships/notesMaster" Target="/ppt/notesMasters/notesMaster1.xml" Id="Rd2ff452eaa2e4f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ac46dbcc694d72" /><Relationship Type="http://schemas.openxmlformats.org/officeDocument/2006/relationships/notesMaster" Target="/ppt/notesMasters/notesMaster1.xml" Id="R7a71956c30dd4b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af39d5a72441bf" /><Relationship Type="http://schemas.openxmlformats.org/officeDocument/2006/relationships/notesMaster" Target="/ppt/notesMasters/notesMaster1.xml" Id="Rd80c1054d40140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9def2713fe4bd4" /><Relationship Type="http://schemas.openxmlformats.org/officeDocument/2006/relationships/notesMaster" Target="/ppt/notesMasters/notesMaster1.xml" Id="Ra2f85c0bbd324a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c5e9ee20da4792" /><Relationship Type="http://schemas.openxmlformats.org/officeDocument/2006/relationships/notesMaster" Target="/ppt/notesMasters/notesMaster1.xml" Id="Rbe8f8bd9616844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a37d49ecb4d20" /><Relationship Type="http://schemas.openxmlformats.org/officeDocument/2006/relationships/notesMaster" Target="/ppt/notesMasters/notesMaster1.xml" Id="R87f1af2d4aa74d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模块二方案2小组汇报；两位同学按各50%计划分工，AI辅助整理，尚待本人审核与真实演示。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来源：实践作业要求方案2，成员分工，两个测试脚本。50%为计划，实际贡献需学生确认。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来源：第一批_袁立沛/执行结果/20260914_212935_082440/results.xml；两脚本各10条，共20条，零失败零跳过。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来源：第一批_陆京超/缺陷证据/缺陷记录_M2-D01.md；5个失败场景归为1项。修复提交3e2c7e5。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来源：两成员AI实践记录。以下为AI辅助实施过程，不冒称学生本人独立修改。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来源：各次environment.json和results.log；运行时99318c9加未提交工作区，本轮不提交。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袁立沛负责范围，AI辅助编写与执行。源码backend/tests/module2/test_bp_ai.py，个人首跑10通过。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来源：011至015的请求与断言。数值仅为接口schema约束，不是临床参考范围；image_id测试不调用OCR。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来源：016至017。统计三条数据120/80/null、121/82/71、124/85/74；另一用户260/200/220不得进入。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来源：018至020。固定服务时钟为2026-09-14T12:00:00Z，JWT仍使用真实时钟。未来测量时间策略未测试。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来源：第一批_袁立沛/AI实践记录.md，未经学生独立确认的过程不写成学生原创。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来源：合并报告、用例清单和录屏脚本。此页陈述准备状态，不作为实际已录制视频的证明。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1e892c7ab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319a70b3a3436e" /><Relationship Type="http://schemas.openxmlformats.org/officeDocument/2006/relationships/slideLayout" Target="/ppt/slideLayouts/slideLayout1.xml" Id="R68d4a1cc2212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4a1cc2212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3237b7c5b4b06" /><Relationship Type="http://schemas.openxmlformats.org/officeDocument/2006/relationships/notesSlide" Target="/ppt/notesSlides/notesSlide1.xml" Id="Rc8303ae1faa6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2485311244a50" /><Relationship Type="http://schemas.openxmlformats.org/officeDocument/2006/relationships/notesSlide" Target="/ppt/notesSlides/notesSlide2.xml" Id="R758f5bcdd94c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9f606ad6e499c" /><Relationship Type="http://schemas.openxmlformats.org/officeDocument/2006/relationships/chart" Target="/ppt/slides/charts/chart1.xml" Id="R7b66586a96f14387" /><Relationship Type="http://schemas.openxmlformats.org/officeDocument/2006/relationships/notesSlide" Target="/ppt/notesSlides/notesSlide3.xml" Id="Rd09f475048aa4e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9b288579844a0" /><Relationship Type="http://schemas.openxmlformats.org/officeDocument/2006/relationships/notesSlide" Target="/ppt/notesSlides/notesSlide4.xml" Id="R0c26b66b0ffc4c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b34522cb84001" /><Relationship Type="http://schemas.openxmlformats.org/officeDocument/2006/relationships/notesSlide" Target="/ppt/notesSlides/notesSlide5.xml" Id="R924f0fa895004d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26cdc53a4494" /><Relationship Type="http://schemas.openxmlformats.org/officeDocument/2006/relationships/notesSlide" Target="/ppt/notesSlides/notesSlide6.xml" Id="Re8cb13c5a1e5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f9487a7124bcd" /><Relationship Type="http://schemas.openxmlformats.org/officeDocument/2006/relationships/notesSlide" Target="/ppt/notesSlides/notesSlide7.xml" Id="Rbbf76ecb6d2e4d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cf750f91c48f5" /><Relationship Type="http://schemas.openxmlformats.org/officeDocument/2006/relationships/notesSlide" Target="/ppt/notesSlides/notesSlide8.xml" Id="R4f209f9c17db4d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3721293e8441c" /><Relationship Type="http://schemas.openxmlformats.org/officeDocument/2006/relationships/notesSlide" Target="/ppt/notesSlides/notesSlide9.xml" Id="Re1ef7e9b788f4b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46bd42a924fb7" /><Relationship Type="http://schemas.openxmlformats.org/officeDocument/2006/relationships/notesSlide" Target="/ppt/notesSlides/notesSlide10.xml" Id="Ra56a3ba30ff745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0e0dad8354a63" /><Relationship Type="http://schemas.openxmlformats.org/officeDocument/2006/relationships/notesSlide" Target="/ppt/notesSlides/notesSlide11.xml" Id="R0bc5f50af95c4c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bf6d06ee84b48" /><Relationship Type="http://schemas.openxmlformats.org/officeDocument/2006/relationships/notesSlide" Target="/ppt/notesSlides/notesSlide12.xml" Id="Rcffc2d7c25134a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通过用例</c:v>
          </c:tx>
          <c:spPr>
            <a:solidFill xmlns:a="http://schemas.openxmlformats.org/drawingml/2006/main">
              <a:srgbClr val="258568"/>
            </a:solidFill>
          </c:spPr>
          <c:cat>
            <c:strRef>
              <c:f>'Chart Data'!$A$2:$A$3</c:f>
              <c:strCache>
                <c:ptCount val="2"/>
                <c:pt idx="0">
                  <c:v>001至010</c:v>
                </c:pt>
                <c:pt idx="1">
                  <c:v>011至020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B38E6-F9AE-4971-BB63-DE000666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HealthAgent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42534-B606-4F71-B899-BF652CA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模块二 AI辅助测试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AA78E-306A-4128-84D9-3E74F34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陆京超 M202677236    袁立沛 M202677260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4D0BF-BA2C-4D82-B243-BD2263DB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20条新增测试通过，1项既有缺陷复测通过</a:t>
            </a:r>
          </a:p>
        </p:txBody>
      </p:sp>
    </p:spTree>
    <p:extLst>
      <p:ext uri="{BB962C8B-B14F-4D97-AF65-F5344CB8AC3E}">
        <p14:creationId xmlns:p14="http://schemas.microsoft.com/office/powerpoint/2010/main" val="103351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B579F-C98D-4B50-9654-C9CA95A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方案与工作范围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AI角色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辅助设计、执行、分析失败和整理材料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陆京超范围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001至010，JWT和个人资料，M2-D01修复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袁立沛范围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011至020，血压边界、隔离、统计和整合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不在范围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OCR、真实模型、PostgreSQL与并发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575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63B1-90EE-4FBC-9256-8B38B7FA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新增测试执行结果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66586a96f1438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C24DD-400D-4C1A-BEC1-649A8E6B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20条合并通过。39条旧回归、8条已有认证复测另计。</a:t>
            </a:r>
          </a:p>
        </p:txBody>
      </p:sp>
    </p:spTree>
    <p:extLst>
      <p:ext uri="{BB962C8B-B14F-4D97-AF65-F5344CB8AC3E}">
        <p14:creationId xmlns:p14="http://schemas.microsoft.com/office/powerpoint/2010/main" val="61302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08B07-EA19-4901-A16A-4A438446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M2-D01的失败与修复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前提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使用测试密钥签名，JWT类型与有效期正确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非数字、缺失或超大sub导致500，预期401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token_user_id在数据库查询前校验主体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本轮复测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001至008共8条通过，待本人审核关闭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2AA06-2863-4853-B83D-EEA23E92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签名合法是前提，不能据此声称无密钥认证绕过。</a:t>
            </a:r>
          </a:p>
        </p:txBody>
      </p:sp>
    </p:spTree>
    <p:extLst>
      <p:ext uri="{BB962C8B-B14F-4D97-AF65-F5344CB8AC3E}">
        <p14:creationId xmlns:p14="http://schemas.microsoft.com/office/powerpoint/2010/main" val="1134348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14410-3BC2-44E6-BE3B-FEBD6E9B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AI建议如何转成可执行断言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认证扩展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非数字之外补充整数溢出，实测推动修正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血压去重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排除模块一已有必填null与时区等价性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状态核对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拒绝写入后再次读取，确认未发生副作用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有证据再写结果，失败条数与缺陷数分开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287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BFF1-9374-4E81-BFB3-F10647F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测试环境与证据追踪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运行环境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3.10.11，FastAPI 0.115.0，pytest 8.3.3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数据隔离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SQLite内存库、测试账号与隔离签名密钥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可追踪证据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每次保存日志、JUnit、命令、版本及源码SHA256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合并20通过，旧回归39通过，认证复测8通过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392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1F17E-350D-4EDE-BEA9-3698624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血压测试与材料整合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20D64-4153-4FE7-94E8-775DF50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袁立沛 M202677260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82DFD-5627-4FAE-A0A0-37C433FC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M2-TC-011至020，共10条新增测试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AC07B-EB1D-450E-B297-FB77BE68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负责边界、写权限、统计、时间与小组整合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E97F-005C-44EB-ADAE-E8F83A3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本轮未改业务代码，未发现新增缺陷</a:t>
            </a:r>
          </a:p>
        </p:txBody>
      </p:sp>
    </p:spTree>
    <p:extLst>
      <p:ext uri="{BB962C8B-B14F-4D97-AF65-F5344CB8AC3E}">
        <p14:creationId xmlns:p14="http://schemas.microsoft.com/office/powerpoint/2010/main" val="1691591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61A88-7D1E-4C2F-8E07-A7EF5A9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输入边界与失败后的状态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011至012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三项数值上下界及外侧，拒绝后总数仍1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心率29和221更新失败，原值72保持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014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备注500字符通过，501字符拒绝并保留原值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图片引用64字符通过，65字符拒绝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698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3926F-B92A-47D3-885E-C5617D7C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写权限与统计结果核对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越权写入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另一用户PATCH、DELETE均404，原记录不变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统计隔离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本人3条，排除另一用户的数据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血压均值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收缩压121.7，舒张压82.3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空心率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只用71和74计算，均值72.5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651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34947-123C-4CDB-A361-F0F0E17D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时间下界与分页参数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断言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018 统计下界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前1微秒排除，下界和后1微秒计入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019 闭区间分页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仅两端入选，第一页end，第二页start，第三页空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020 查询参数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页码、页大小、统计天数和预测天数端点200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外侧输入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0或超过上限返回422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251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24DC0-D94D-4AB5-9A29-50160FAF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AI反思与证据边界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8E8B7-B532-4188-9A0F-C3D5D63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D4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D463B"/>
                </a:solidFill>
                <a:latin typeface="Microsoft YaHei"/>
                <a:ea typeface="Microsoft YaHei"/>
                <a:cs typeface="Microsoft YaHei"/>
              </a:rPr>
              <a:t>需要约束的建议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88BA9-A06D-4ED4-A89A-38319434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先对照旧用例去重，再用独立样本计算期望值。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5412B-B8FB-433A-B1F7-DEF74D8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复测的含义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94576-7F0C-40D2-8C3F-ACD37F47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M2-D01自动化复测通过，本人独立审核仍待完成。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53ED6-B0A4-414C-92F3-1AED4442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未测试的范围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24239-921F-46E7-9047-DAC2C47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生产数据库、并发、真实OCR、模型输出与预测精度。</a:t>
            </a:r>
          </a:p>
        </p:txBody>
      </p:sp>
    </p:spTree>
    <p:extLst>
      <p:ext uri="{BB962C8B-B14F-4D97-AF65-F5344CB8AC3E}">
        <p14:creationId xmlns:p14="http://schemas.microsoft.com/office/powerpoint/2010/main" val="370867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446D6-620D-41AF-81F1-4800DA25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交付材料与演示安排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已整理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个人10条、合并20条、Word报告和可编辑PPT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修复前后日志、本轮复测与回归日志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本人待办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实际复核、真实对话截图、贡献确认与签署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小组待办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按脚本录屏、检查最终包、提交课程平台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275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2026-09-14T13:56:21.7680000Z</dcterms:created>
  <dcterms:modified xsi:type="dcterms:W3CDTF">2026-09-14T13:56:21.7680000Z</dcterms:modified>
</coreProperties>
</file>