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4783dbe12b4f4d" /><Relationship Type="http://schemas.openxmlformats.org/officeDocument/2006/relationships/extended-properties" Target="/docProps/app.xml" Id="R362a966ff2bc4339" /><Relationship Type="http://schemas.openxmlformats.org/officeDocument/2006/relationships/officeDocument" Target="/ppt/presentation.xml" Id="Rf2ee1cf49969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1709c1c77a49af"/>
  </p:sldMasterIdLst>
  <p:notesMasterIdLst>
    <p:notesMasterId xmlns:r="http://schemas.openxmlformats.org/officeDocument/2006/relationships" r:id="R9feacff5b1da4116"/>
  </p:notesMasterIdLst>
  <p:sldIdLst>
    <p:sldId xmlns:r="http://schemas.openxmlformats.org/officeDocument/2006/relationships" id="256" r:id="R137b71d530134b52"/>
    <p:sldId xmlns:r="http://schemas.openxmlformats.org/officeDocument/2006/relationships" id="257" r:id="R36e33ce249db4b5e"/>
    <p:sldId xmlns:r="http://schemas.openxmlformats.org/officeDocument/2006/relationships" id="258" r:id="R5e8b959b4dff4610"/>
    <p:sldId xmlns:r="http://schemas.openxmlformats.org/officeDocument/2006/relationships" id="259" r:id="R667b2691df2a4338"/>
    <p:sldId xmlns:r="http://schemas.openxmlformats.org/officeDocument/2006/relationships" id="260" r:id="R1a07e0bbfcbb4905"/>
    <p:sldId xmlns:r="http://schemas.openxmlformats.org/officeDocument/2006/relationships" id="261" r:id="R736bd3b14bfc49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52f07d9ba34a3f" /><Relationship Type="http://schemas.openxmlformats.org/officeDocument/2006/relationships/slideMaster" Target="/ppt/slideMasters/slideMaster1.xml" Id="Rea1709c1c77a49af" /><Relationship Type="http://schemas.openxmlformats.org/officeDocument/2006/relationships/notesMaster" Target="/ppt/notesMasters/notesMaster1.xml" Id="R9feacff5b1da4116" /><Relationship Type="http://schemas.openxmlformats.org/officeDocument/2006/relationships/presProps" Target="/ppt/presProps.xml" Id="R2c954c376a79415f" /><Relationship Type="http://schemas.openxmlformats.org/officeDocument/2006/relationships/tableStyles" Target="/ppt/tableStyles.xml" Id="Rea857d5ba70648e5" /><Relationship Type="http://schemas.openxmlformats.org/officeDocument/2006/relationships/slide" Target="/ppt/slides/slide1.xml" Id="R137b71d530134b52" /><Relationship Type="http://schemas.openxmlformats.org/officeDocument/2006/relationships/slide" Target="/ppt/slides/slide2.xml" Id="R36e33ce249db4b5e" /><Relationship Type="http://schemas.openxmlformats.org/officeDocument/2006/relationships/slide" Target="/ppt/slides/slide3.xml" Id="R5e8b959b4dff4610" /><Relationship Type="http://schemas.openxmlformats.org/officeDocument/2006/relationships/slide" Target="/ppt/slides/slide4.xml" Id="R667b2691df2a4338" /><Relationship Type="http://schemas.openxmlformats.org/officeDocument/2006/relationships/slide" Target="/ppt/slides/slide5.xml" Id="R1a07e0bbfcbb4905" /><Relationship Type="http://schemas.openxmlformats.org/officeDocument/2006/relationships/slide" Target="/ppt/slides/slide6.xml" Id="R736bd3b14bfc49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06d057f0f4f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887461d554c80" /><Relationship Type="http://schemas.openxmlformats.org/officeDocument/2006/relationships/notesMaster" Target="/ppt/notesMasters/notesMaster1.xml" Id="Rf8301166274e42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7960a5906434b" /><Relationship Type="http://schemas.openxmlformats.org/officeDocument/2006/relationships/notesMaster" Target="/ppt/notesMasters/notesMaster1.xml" Id="R0fb9e1f6d007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7f4af1381842c2" /><Relationship Type="http://schemas.openxmlformats.org/officeDocument/2006/relationships/notesMaster" Target="/ppt/notesMasters/notesMaster1.xml" Id="R9c7bc3d14c95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8ba8f1c7264d69" /><Relationship Type="http://schemas.openxmlformats.org/officeDocument/2006/relationships/notesMaster" Target="/ppt/notesMasters/notesMaster1.xml" Id="R2c55ff8d7bbf4f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39b2d00eda4bbb" /><Relationship Type="http://schemas.openxmlformats.org/officeDocument/2006/relationships/notesMaster" Target="/ppt/notesMasters/notesMaster1.xml" Id="Rc78242dbdfc44e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fc09aba77d49ae" /><Relationship Type="http://schemas.openxmlformats.org/officeDocument/2006/relationships/notesMaster" Target="/ppt/notesMasters/notesMaster1.xml" Id="R848f095a177e4d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袁立沛负责范围，AI辅助编写与执行。源码backend/tests/module2/test_bp_ai.py，个人首跑10通过。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来源：011至015的请求与断言。数值仅为接口schema约束，不是临床参考范围；image_id测试不调用OCR。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来源：016至017。统计三条数据120/80/null、121/82/71、124/85/74；另一用户260/200/220不得进入。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来源：018至020。固定服务时钟为2026-09-14T12:00:00Z，JWT仍使用真实时钟。未来测量时间策略未测试。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来源：第一批_袁立沛/AI实践记录.md，未经学生独立确认的过程不写成学生原创。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来源：合并报告、用例清单和录屏脚本。此页陈述准备状态，不作为实际已录制视频的证明。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382a62b124a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d54aab38184439" /><Relationship Type="http://schemas.openxmlformats.org/officeDocument/2006/relationships/slideLayout" Target="/ppt/slideLayouts/slideLayout1.xml" Id="R70651c554c3e46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651c554c3e46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95f52d0e5476f" /><Relationship Type="http://schemas.openxmlformats.org/officeDocument/2006/relationships/notesSlide" Target="/ppt/notesSlides/notesSlide1.xml" Id="R4cca1f01759746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ec569118e4dcd" /><Relationship Type="http://schemas.openxmlformats.org/officeDocument/2006/relationships/notesSlide" Target="/ppt/notesSlides/notesSlide2.xml" Id="Re370e6eefb93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fc5bf740642b1" /><Relationship Type="http://schemas.openxmlformats.org/officeDocument/2006/relationships/notesSlide" Target="/ppt/notesSlides/notesSlide3.xml" Id="R708b6e455ed94e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36dbf018e4178" /><Relationship Type="http://schemas.openxmlformats.org/officeDocument/2006/relationships/notesSlide" Target="/ppt/notesSlides/notesSlide4.xml" Id="R30494945a6b041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249418ec34deb" /><Relationship Type="http://schemas.openxmlformats.org/officeDocument/2006/relationships/notesSlide" Target="/ppt/notesSlides/notesSlide5.xml" Id="R74f251a208f64e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722a2149d4fba" /><Relationship Type="http://schemas.openxmlformats.org/officeDocument/2006/relationships/notesSlide" Target="/ppt/notesSlides/notesSlide6.xml" Id="R4b4f731f162344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B271B-8D40-487A-92EE-3CCD6756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HealthAgent 血压测试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B6913-20D2-439B-988E-78B943B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袁立沛 M202677260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8BEB7-5CA6-43C4-B3F0-27640EEC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M2-TC-011至020，共10条新增测试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BB7A9-77E7-4644-8AB6-EB3D211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负责边界、写权限、统计、时间与小组整合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9E90-B37F-412F-8FCB-89F4B595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rPr>
              <a:t>本轮未改业务代码，未发现新增缺陷</a:t>
            </a:r>
          </a:p>
        </p:txBody>
      </p:sp>
    </p:spTree>
    <p:extLst>
      <p:ext uri="{BB962C8B-B14F-4D97-AF65-F5344CB8AC3E}">
        <p14:creationId xmlns:p14="http://schemas.microsoft.com/office/powerpoint/2010/main" val="599044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1538C-3B58-4BAB-8142-E304B911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输入边界与失败后的状态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011至012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三项数值上下界及外侧，拒绝后总数仍1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心率29和221更新失败，原值72保持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014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备注500字符通过，501字符拒绝并保留原值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图片引用64字符通过，65字符拒绝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036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63C71-8099-4251-B38E-DD70A0F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写权限与统计结果核对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越权写入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另一用户PATCH、DELETE均404，原记录不变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统计隔离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本人3条，排除另一用户的数据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血压均值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收缩压121.7，舒张压82.3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空心率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只用71和74计算，均值72.5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019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EC280-3F9E-4F60-A26C-83F4DD39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时间下界与分页参数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断言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018 统计下界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前1微秒排除，下界和后1微秒计入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019 闭区间分页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仅两端入选，第一页end，第二页start，第三页空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020 查询参数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页码、页大小、统计天数和预测天数端点200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外侧输入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0或超过上限返回422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768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7F17E-5E98-4566-9A64-95D870F2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AI反思与证据边界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A9F32-E497-46A4-B764-917AC9C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D4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D463B"/>
                </a:solidFill>
                <a:latin typeface="Microsoft YaHei"/>
                <a:ea typeface="Microsoft YaHei"/>
                <a:cs typeface="Microsoft YaHei"/>
              </a:rPr>
              <a:t>需要约束的建议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2EA2E-A67A-4C93-9D94-22DF017E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先对照旧用例去重，再用独立样本计算期望值。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1BBDA-77FA-4070-B416-CCBD95C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rPr>
              <a:t>复测的含义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E6833-5B15-4CD6-917D-5C6E6BD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M2-D01自动化复测通过，本人独立审核仍待完成。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27A0C-6BA8-4EFA-9B47-AEF17D70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未测试的范围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0AEAD-CC41-4AAF-8E55-E4351AF3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生产数据库、并发、真实OCR、模型输出与预测精度。</a:t>
            </a:r>
          </a:p>
        </p:txBody>
      </p:sp>
    </p:spTree>
    <p:extLst>
      <p:ext uri="{BB962C8B-B14F-4D97-AF65-F5344CB8AC3E}">
        <p14:creationId xmlns:p14="http://schemas.microsoft.com/office/powerpoint/2010/main" val="734793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976C1-D821-4D6A-B63B-F0C912E5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交付材料与演示安排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已整理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个人10条、合并20条、Word报告和可编辑PPT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证据保留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修复前后日志、本轮复测与回归日志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本人待办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实际复核、真实对话截图、贡献确认与签署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小组待办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按脚本录屏、检查最终包、提交课程平台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901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2026-09-14T13:56:11.7690000Z</dcterms:created>
  <dcterms:modified xsi:type="dcterms:W3CDTF">2026-09-14T13:56:11.7690000Z</dcterms:modified>
</coreProperties>
</file>